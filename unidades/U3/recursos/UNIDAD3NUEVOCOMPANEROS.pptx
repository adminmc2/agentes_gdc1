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1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Montserrat Bold" panose="020B060402020202020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748" y="64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58116"/>
            <a:ext cx="6537006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68"/>
              </a:lnSpc>
            </a:pPr>
            <a:r>
              <a:rPr lang="en-US" sz="6332" dirty="0">
                <a:solidFill>
                  <a:srgbClr val="191769"/>
                </a:solidFill>
                <a:latin typeface="Montserrat Bold"/>
              </a:rPr>
              <a:t>NUEVO COMPAÑEROS</a:t>
            </a:r>
          </a:p>
          <a:p>
            <a:pPr>
              <a:lnSpc>
                <a:spcPts val="6268"/>
              </a:lnSpc>
            </a:pPr>
            <a:endParaRPr lang="en-US" sz="6332" dirty="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268"/>
              </a:lnSpc>
            </a:pPr>
            <a:r>
              <a:rPr lang="en-US" sz="6332" dirty="0">
                <a:solidFill>
                  <a:srgbClr val="191769"/>
                </a:solidFill>
                <a:latin typeface="Montserrat Bold"/>
              </a:rPr>
              <a:t>La </a:t>
            </a:r>
            <a:r>
              <a:rPr lang="en-US" sz="6332" dirty="0" err="1" smtClean="0">
                <a:solidFill>
                  <a:srgbClr val="191769"/>
                </a:solidFill>
                <a:latin typeface="Montserrat Bold"/>
              </a:rPr>
              <a:t>familia</a:t>
            </a:r>
            <a:r>
              <a:rPr lang="en-US" sz="6332" smtClean="0">
                <a:solidFill>
                  <a:srgbClr val="191769"/>
                </a:solidFill>
                <a:latin typeface="Montserrat Bold"/>
              </a:rPr>
              <a:t> </a:t>
            </a:r>
            <a:endParaRPr lang="en-US" sz="6332" dirty="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268"/>
              </a:lnSpc>
            </a:pPr>
            <a:endParaRPr lang="en-US" sz="6332" dirty="0">
              <a:solidFill>
                <a:srgbClr val="191769"/>
              </a:solidFill>
              <a:latin typeface="Montserrat Bold"/>
            </a:endParaRPr>
          </a:p>
          <a:p>
            <a:pPr marL="0" lvl="0" indent="0" algn="l">
              <a:lnSpc>
                <a:spcPts val="6268"/>
              </a:lnSpc>
              <a:spcBef>
                <a:spcPct val="0"/>
              </a:spcBef>
            </a:pPr>
            <a:endParaRPr lang="en-US" sz="6332" dirty="0">
              <a:solidFill>
                <a:srgbClr val="191769"/>
              </a:solidFill>
              <a:latin typeface="Montserrat Bold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5029200" y="-22339"/>
            <a:ext cx="13279131" cy="10327059"/>
            <a:chOff x="5029200" y="-22339"/>
            <a:chExt cx="13279131" cy="10327059"/>
          </a:xfrm>
        </p:grpSpPr>
        <p:sp>
          <p:nvSpPr>
            <p:cNvPr id="15" name="AutoShape 3"/>
            <p:cNvSpPr/>
            <p:nvPr/>
          </p:nvSpPr>
          <p:spPr>
            <a:xfrm>
              <a:off x="7985449" y="4123186"/>
              <a:ext cx="2057711" cy="2054605"/>
            </a:xfrm>
            <a:prstGeom prst="rect">
              <a:avLst/>
            </a:prstGeom>
            <a:solidFill>
              <a:srgbClr val="62A25D"/>
            </a:solidFill>
          </p:spPr>
        </p:sp>
        <p:sp>
          <p:nvSpPr>
            <p:cNvPr id="16" name="AutoShape 4"/>
            <p:cNvSpPr/>
            <p:nvPr/>
          </p:nvSpPr>
          <p:spPr>
            <a:xfrm>
              <a:off x="5029200" y="7311860"/>
              <a:ext cx="1781447" cy="2971276"/>
            </a:xfrm>
            <a:prstGeom prst="rect">
              <a:avLst/>
            </a:prstGeom>
            <a:solidFill>
              <a:srgbClr val="FFC924"/>
            </a:solidFill>
          </p:spPr>
        </p:sp>
        <p:pic>
          <p:nvPicPr>
            <p:cNvPr id="17" name="Picture 13"/>
            <p:cNvPicPr>
              <a:picLocks noChangeAspect="1"/>
            </p:cNvPicPr>
            <p:nvPr/>
          </p:nvPicPr>
          <p:blipFill>
            <a:blip r:embed="rId2"/>
            <a:srcRect l="18532" t="17112" r="16502" b="16298"/>
            <a:stretch>
              <a:fillRect/>
            </a:stretch>
          </p:blipFill>
          <p:spPr>
            <a:xfrm>
              <a:off x="16223290" y="8157461"/>
              <a:ext cx="2077599" cy="2129539"/>
            </a:xfrm>
            <a:prstGeom prst="rect">
              <a:avLst/>
            </a:prstGeom>
          </p:spPr>
        </p:pic>
        <p:sp>
          <p:nvSpPr>
            <p:cNvPr id="18" name="AutoShape 14"/>
            <p:cNvSpPr/>
            <p:nvPr/>
          </p:nvSpPr>
          <p:spPr>
            <a:xfrm>
              <a:off x="16108355" y="6205030"/>
              <a:ext cx="2172646" cy="1984405"/>
            </a:xfrm>
            <a:prstGeom prst="rect">
              <a:avLst/>
            </a:prstGeom>
            <a:solidFill>
              <a:srgbClr val="92EDD3"/>
            </a:solidFill>
          </p:spPr>
        </p:sp>
        <p:pic>
          <p:nvPicPr>
            <p:cNvPr id="19" name="Imagen 18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19" t="9903" r="31237" b="31593"/>
            <a:stretch/>
          </p:blipFill>
          <p:spPr>
            <a:xfrm>
              <a:off x="12100870" y="6145933"/>
              <a:ext cx="4007484" cy="4141067"/>
            </a:xfrm>
            <a:prstGeom prst="rect">
              <a:avLst/>
            </a:prstGeom>
          </p:spPr>
        </p:pic>
        <p:sp>
          <p:nvSpPr>
            <p:cNvPr id="20" name="AutoShape 5"/>
            <p:cNvSpPr/>
            <p:nvPr/>
          </p:nvSpPr>
          <p:spPr>
            <a:xfrm>
              <a:off x="9899516" y="6173772"/>
              <a:ext cx="2231153" cy="4130948"/>
            </a:xfrm>
            <a:prstGeom prst="rect">
              <a:avLst/>
            </a:prstGeom>
            <a:solidFill>
              <a:srgbClr val="FDCBDF"/>
            </a:solidFill>
          </p:spPr>
        </p:sp>
        <p:pic>
          <p:nvPicPr>
            <p:cNvPr id="21" name="Imagen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23" t="-101" r="23555" b="34064"/>
            <a:stretch/>
          </p:blipFill>
          <p:spPr>
            <a:xfrm>
              <a:off x="13271689" y="0"/>
              <a:ext cx="5029200" cy="4267200"/>
            </a:xfrm>
            <a:prstGeom prst="rect">
              <a:avLst/>
            </a:prstGeom>
          </p:spPr>
        </p:pic>
        <p:sp>
          <p:nvSpPr>
            <p:cNvPr id="22" name="AutoShape 7"/>
            <p:cNvSpPr/>
            <p:nvPr/>
          </p:nvSpPr>
          <p:spPr>
            <a:xfrm>
              <a:off x="11642565" y="-22339"/>
              <a:ext cx="2057711" cy="2068582"/>
            </a:xfrm>
            <a:prstGeom prst="rect">
              <a:avLst/>
            </a:prstGeom>
            <a:solidFill>
              <a:srgbClr val="469BD8"/>
            </a:solidFill>
          </p:spPr>
        </p:sp>
        <p:pic>
          <p:nvPicPr>
            <p:cNvPr id="23" name="Imagen 2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85" t="18889" r="28271" b="27778"/>
            <a:stretch/>
          </p:blipFill>
          <p:spPr>
            <a:xfrm>
              <a:off x="6248400" y="6177797"/>
              <a:ext cx="4223347" cy="4109203"/>
            </a:xfrm>
            <a:prstGeom prst="rect">
              <a:avLst/>
            </a:prstGeom>
          </p:spPr>
        </p:pic>
        <p:pic>
          <p:nvPicPr>
            <p:cNvPr id="24" name="Imagen 2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18" t="2592" r="42592" b="42592"/>
            <a:stretch/>
          </p:blipFill>
          <p:spPr>
            <a:xfrm>
              <a:off x="9524842" y="1593358"/>
              <a:ext cx="4175434" cy="4611672"/>
            </a:xfrm>
            <a:prstGeom prst="rect">
              <a:avLst/>
            </a:prstGeom>
          </p:spPr>
        </p:pic>
        <p:sp>
          <p:nvSpPr>
            <p:cNvPr id="25" name="AutoShape 6"/>
            <p:cNvSpPr/>
            <p:nvPr/>
          </p:nvSpPr>
          <p:spPr>
            <a:xfrm>
              <a:off x="13694276" y="4134675"/>
              <a:ext cx="4614055" cy="2054605"/>
            </a:xfrm>
            <a:prstGeom prst="rect">
              <a:avLst/>
            </a:prstGeom>
            <a:solidFill>
              <a:srgbClr val="29285D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4283" y="647700"/>
            <a:ext cx="11813117" cy="899273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880162" y="9044034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06837" y="260238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Abuelo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669145" y="262143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Abuela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58610" y="5870708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Padre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19990" y="5861183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Madre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89517" y="5861183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Tío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692855" y="5870708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Tía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374528" y="9066323"/>
            <a:ext cx="3101730" cy="30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sz="2699" spc="-67" dirty="0">
                <a:solidFill>
                  <a:srgbClr val="000000"/>
                </a:solidFill>
                <a:latin typeface="Montserrat Bold"/>
              </a:rPr>
              <a:t>Hermana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51073" y="9066323"/>
            <a:ext cx="3101730" cy="30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sz="2699" spc="-67" dirty="0" err="1">
                <a:solidFill>
                  <a:srgbClr val="000000"/>
                </a:solidFill>
                <a:latin typeface="Montserrat Bold"/>
              </a:rPr>
              <a:t>Hermano</a:t>
            </a:r>
            <a:endParaRPr lang="en-US" sz="2699" spc="-67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08567" y="907618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Primo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70875" y="9066657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Prima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262455" y="2659895"/>
            <a:ext cx="7086600" cy="2189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9600" spc="-259" dirty="0">
                <a:latin typeface="Montserrat Bold"/>
              </a:rPr>
              <a:t>La </a:t>
            </a:r>
            <a:r>
              <a:rPr lang="en-US" sz="9600" spc="-259" dirty="0" err="1">
                <a:latin typeface="Montserrat Bold"/>
              </a:rPr>
              <a:t>familia</a:t>
            </a:r>
            <a:r>
              <a:rPr lang="en-US" sz="9600" spc="-259" dirty="0">
                <a:latin typeface="Montserrat Bold"/>
              </a:rPr>
              <a:t> de Julia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59183"/>
            <a:ext cx="16780557" cy="8827817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4283" y="647700"/>
            <a:ext cx="11813117" cy="899273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814120" y="9126855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18762" y="268520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José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81070" y="270425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Ana</a:t>
            </a:r>
          </a:p>
        </p:txBody>
      </p:sp>
      <p:sp>
        <p:nvSpPr>
          <p:cNvPr id="8" name="Elipse 7"/>
          <p:cNvSpPr/>
          <p:nvPr/>
        </p:nvSpPr>
        <p:spPr>
          <a:xfrm>
            <a:off x="9585050" y="495300"/>
            <a:ext cx="4724400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709668" y="495300"/>
            <a:ext cx="684905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259" dirty="0">
                <a:latin typeface="Montserrat Bold"/>
              </a:rPr>
              <a:t>José y Ana son </a:t>
            </a:r>
            <a:r>
              <a:rPr lang="en-US" sz="7500" spc="-259" dirty="0" err="1">
                <a:latin typeface="Montserrat Bold"/>
              </a:rPr>
              <a:t>sus</a:t>
            </a:r>
            <a:r>
              <a:rPr lang="en-US" sz="7500" spc="-259" dirty="0">
                <a:latin typeface="Montserrat Bold"/>
              </a:rPr>
              <a:t> </a:t>
            </a:r>
            <a:r>
              <a:rPr lang="en-US" sz="7500" spc="-259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abuelos</a:t>
            </a:r>
            <a:endParaRPr lang="en-US" sz="7500" spc="-259" dirty="0">
              <a:solidFill>
                <a:schemeClr val="accent5">
                  <a:lumMod val="75000"/>
                </a:schemeClr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59183"/>
            <a:ext cx="16780557" cy="8827817"/>
          </a:xfrm>
          <a:prstGeom prst="rect">
            <a:avLst/>
          </a:prstGeom>
          <a:noFill/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118470" y="5914476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Carlos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10600" y="5914476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María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876800" y="9126855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8" name="Elipse 7"/>
          <p:cNvSpPr/>
          <p:nvPr/>
        </p:nvSpPr>
        <p:spPr>
          <a:xfrm>
            <a:off x="5923239" y="3535653"/>
            <a:ext cx="5963961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685800" y="315006"/>
            <a:ext cx="623822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244" dirty="0">
                <a:latin typeface="Montserrat Bold"/>
              </a:rPr>
              <a:t>Carlos y </a:t>
            </a:r>
            <a:r>
              <a:rPr lang="en-US" sz="7500" spc="-244" dirty="0" err="1">
                <a:latin typeface="Montserrat Bold"/>
              </a:rPr>
              <a:t>María</a:t>
            </a:r>
            <a:r>
              <a:rPr lang="en-US" sz="7500" spc="-244" dirty="0">
                <a:latin typeface="Montserrat Bold"/>
              </a:rPr>
              <a:t> son </a:t>
            </a:r>
            <a:r>
              <a:rPr lang="en-US" sz="7500" spc="-244" dirty="0" err="1">
                <a:latin typeface="Montserrat Bold"/>
              </a:rPr>
              <a:t>sus</a:t>
            </a:r>
            <a:r>
              <a:rPr lang="en-US" sz="7500" spc="-244" dirty="0">
                <a:latin typeface="Montserrat Bold"/>
              </a:rPr>
              <a:t> </a:t>
            </a:r>
            <a:r>
              <a:rPr lang="en-US" sz="7500" spc="-244" dirty="0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padres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38200" y="633412"/>
            <a:ext cx="693420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194" dirty="0">
                <a:latin typeface="Montserrat Bold"/>
              </a:rPr>
              <a:t>Julia </a:t>
            </a:r>
            <a:r>
              <a:rPr lang="en-US" sz="7500" spc="-194" dirty="0" err="1">
                <a:latin typeface="Montserrat Bold"/>
              </a:rPr>
              <a:t>tiene</a:t>
            </a:r>
            <a:r>
              <a:rPr lang="en-US" sz="7500" spc="-194" dirty="0">
                <a:latin typeface="Montserrat Bold"/>
              </a:rPr>
              <a:t> dos </a:t>
            </a:r>
            <a:r>
              <a:rPr lang="en-US" sz="7500" spc="-194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hermanos</a:t>
            </a:r>
            <a:r>
              <a:rPr lang="en-US" sz="7500" spc="-194" dirty="0">
                <a:latin typeface="Montserrat Bold"/>
              </a:rPr>
              <a:t>: Eva y </a:t>
            </a:r>
            <a:r>
              <a:rPr lang="en-US" sz="7500" spc="-194" dirty="0" err="1">
                <a:latin typeface="Montserrat Bold"/>
              </a:rPr>
              <a:t>Álex</a:t>
            </a:r>
            <a:endParaRPr lang="en-US" sz="7500" spc="-194" dirty="0"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67221" y="9115472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Eva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42094" y="9115472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Álex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872754" y="9115472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8" name="Elipse 7"/>
          <p:cNvSpPr/>
          <p:nvPr/>
        </p:nvSpPr>
        <p:spPr>
          <a:xfrm>
            <a:off x="7367222" y="6727270"/>
            <a:ext cx="5576602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06884" y="638175"/>
            <a:ext cx="74676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227" dirty="0" err="1">
                <a:latin typeface="Montserrat Bold"/>
              </a:rPr>
              <a:t>Sus</a:t>
            </a:r>
            <a:r>
              <a:rPr lang="en-US" sz="7500" spc="-227" dirty="0">
                <a:latin typeface="Montserrat Bold"/>
              </a:rPr>
              <a:t> </a:t>
            </a:r>
            <a:r>
              <a:rPr lang="en-US" sz="7500" spc="-227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tíos</a:t>
            </a:r>
            <a:r>
              <a:rPr lang="en-US" sz="7500" spc="-227" dirty="0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sz="7500" spc="-227" dirty="0">
                <a:latin typeface="Montserrat Bold"/>
              </a:rPr>
              <a:t>son </a:t>
            </a:r>
            <a:r>
              <a:rPr lang="en-US" sz="7500" spc="-227" dirty="0" err="1">
                <a:latin typeface="Montserrat Bold"/>
              </a:rPr>
              <a:t>Ángel</a:t>
            </a:r>
            <a:r>
              <a:rPr lang="en-US" sz="7500" spc="-227" dirty="0">
                <a:latin typeface="Montserrat Bold"/>
              </a:rPr>
              <a:t> y </a:t>
            </a:r>
            <a:r>
              <a:rPr lang="en-US" sz="7500" spc="-227" dirty="0" err="1">
                <a:latin typeface="Montserrat Bold"/>
              </a:rPr>
              <a:t>Maca</a:t>
            </a:r>
            <a:endParaRPr lang="en-US" sz="7500" spc="-227" dirty="0"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310684" y="590195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Ángel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99750" y="590195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Maca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872754" y="9066704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9" name="Elipse 8"/>
          <p:cNvSpPr/>
          <p:nvPr/>
        </p:nvSpPr>
        <p:spPr>
          <a:xfrm>
            <a:off x="12286300" y="3535653"/>
            <a:ext cx="5576602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" y="638175"/>
            <a:ext cx="746760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227" dirty="0" err="1">
                <a:latin typeface="Montserrat Bold"/>
              </a:rPr>
              <a:t>Ángel</a:t>
            </a:r>
            <a:r>
              <a:rPr lang="en-US" sz="7500" spc="-227" dirty="0">
                <a:latin typeface="Montserrat Bold"/>
              </a:rPr>
              <a:t> </a:t>
            </a:r>
            <a:r>
              <a:rPr lang="en-US" sz="7500" spc="-227" dirty="0" err="1">
                <a:latin typeface="Montserrat Bold"/>
              </a:rPr>
              <a:t>es</a:t>
            </a:r>
            <a:r>
              <a:rPr lang="en-US" sz="7500" spc="-227" dirty="0">
                <a:latin typeface="Montserrat Bold"/>
              </a:rPr>
              <a:t> el </a:t>
            </a:r>
            <a:r>
              <a:rPr lang="en-US" sz="7500" spc="-227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marido</a:t>
            </a:r>
            <a:r>
              <a:rPr lang="en-US" sz="7500" spc="-227" dirty="0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sz="7500" spc="-227" dirty="0">
                <a:latin typeface="Montserrat Bold"/>
              </a:rPr>
              <a:t>de </a:t>
            </a:r>
            <a:r>
              <a:rPr lang="en-US" sz="7500" spc="-227" dirty="0" err="1">
                <a:latin typeface="Montserrat Bold"/>
              </a:rPr>
              <a:t>Maca</a:t>
            </a:r>
            <a:endParaRPr lang="en-US" sz="7500" spc="-227" dirty="0"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310684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Ángel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99750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Maca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12322876" y="3535653"/>
            <a:ext cx="2995978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23900" y="647700"/>
            <a:ext cx="76962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227" dirty="0" err="1">
                <a:latin typeface="Montserrat Bold"/>
              </a:rPr>
              <a:t>Maca</a:t>
            </a:r>
            <a:r>
              <a:rPr lang="en-US" sz="7500" spc="-227" dirty="0">
                <a:latin typeface="Montserrat Bold"/>
              </a:rPr>
              <a:t> </a:t>
            </a:r>
            <a:r>
              <a:rPr lang="en-US" sz="7500" spc="-227" dirty="0" err="1">
                <a:latin typeface="Montserrat Bold"/>
              </a:rPr>
              <a:t>es</a:t>
            </a:r>
            <a:r>
              <a:rPr lang="en-US" sz="7500" spc="-227" dirty="0">
                <a:latin typeface="Montserrat Bold"/>
              </a:rPr>
              <a:t> la </a:t>
            </a:r>
            <a:r>
              <a:rPr lang="en-US" sz="7500" spc="-227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mujer</a:t>
            </a:r>
            <a:r>
              <a:rPr lang="en-US" sz="7500" spc="-227" dirty="0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sz="7500" spc="-227" dirty="0">
                <a:latin typeface="Montserrat Bold"/>
              </a:rPr>
              <a:t>de </a:t>
            </a:r>
            <a:r>
              <a:rPr lang="en-US" sz="7500" spc="-227" dirty="0" err="1">
                <a:latin typeface="Montserrat Bold"/>
              </a:rPr>
              <a:t>Ángel</a:t>
            </a:r>
            <a:endParaRPr lang="en-US" sz="7500" spc="-227" dirty="0">
              <a:latin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10684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Ángel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799750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Maca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14911022" y="3535653"/>
            <a:ext cx="2995978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2900" y="342900"/>
            <a:ext cx="845820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177" dirty="0" err="1">
                <a:latin typeface="Montserrat Bold"/>
              </a:rPr>
              <a:t>Ángel</a:t>
            </a:r>
            <a:r>
              <a:rPr lang="en-US" sz="7500" spc="-177" dirty="0">
                <a:latin typeface="Montserrat Bold"/>
              </a:rPr>
              <a:t> y </a:t>
            </a:r>
            <a:r>
              <a:rPr lang="en-US" sz="7500" spc="-177" dirty="0" err="1">
                <a:latin typeface="Montserrat Bold"/>
              </a:rPr>
              <a:t>Maca</a:t>
            </a:r>
            <a:r>
              <a:rPr lang="en-US" sz="7500" spc="-177" dirty="0">
                <a:latin typeface="Montserrat Bold"/>
              </a:rPr>
              <a:t> </a:t>
            </a:r>
            <a:r>
              <a:rPr lang="en-US" sz="7500" spc="-177" dirty="0" err="1">
                <a:latin typeface="Montserrat Bold"/>
              </a:rPr>
              <a:t>tienen</a:t>
            </a:r>
            <a:r>
              <a:rPr lang="en-US" sz="7500" spc="-177" dirty="0">
                <a:latin typeface="Montserrat Bold"/>
              </a:rPr>
              <a:t> dos </a:t>
            </a:r>
            <a:r>
              <a:rPr lang="en-US" sz="7500" spc="-177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hijos</a:t>
            </a:r>
            <a:r>
              <a:rPr lang="en-US" sz="7500" spc="-177" dirty="0">
                <a:latin typeface="Montserrat Bold"/>
              </a:rPr>
              <a:t>: Luis y </a:t>
            </a:r>
            <a:r>
              <a:rPr lang="en-US" sz="7500" spc="-177" dirty="0" err="1">
                <a:latin typeface="Montserrat Bold"/>
              </a:rPr>
              <a:t>Cris</a:t>
            </a:r>
            <a:endParaRPr lang="en-US" sz="7500" spc="-177" dirty="0"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310684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99750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310684" y="594416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Ángel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9750" y="59055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Maca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12286300" y="6803470"/>
            <a:ext cx="5576602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233" y="327606"/>
            <a:ext cx="861060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165" dirty="0">
                <a:latin typeface="Montserrat Bold"/>
              </a:rPr>
              <a:t>Luis y </a:t>
            </a:r>
            <a:r>
              <a:rPr lang="en-US" sz="7500" spc="-165" dirty="0" err="1">
                <a:latin typeface="Montserrat Bold"/>
              </a:rPr>
              <a:t>Cris</a:t>
            </a:r>
            <a:r>
              <a:rPr lang="en-US" sz="7500" spc="-165" dirty="0">
                <a:latin typeface="Montserrat Bold"/>
              </a:rPr>
              <a:t> son </a:t>
            </a:r>
            <a:r>
              <a:rPr lang="en-US" sz="7500" spc="-165" dirty="0" err="1">
                <a:latin typeface="Montserrat Bold"/>
              </a:rPr>
              <a:t>los</a:t>
            </a:r>
            <a:r>
              <a:rPr lang="en-US" sz="7500" spc="-165" dirty="0">
                <a:latin typeface="Montserrat Bold"/>
              </a:rPr>
              <a:t> </a:t>
            </a:r>
            <a:r>
              <a:rPr lang="en-US" sz="7500" spc="-165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primos</a:t>
            </a:r>
            <a:r>
              <a:rPr lang="en-US" sz="7500" spc="-165" dirty="0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sz="7500" spc="-165" dirty="0">
                <a:latin typeface="Montserrat Bold"/>
              </a:rPr>
              <a:t>de Julia, Eva y </a:t>
            </a:r>
            <a:r>
              <a:rPr lang="en-US" sz="7500" spc="-165" dirty="0" err="1">
                <a:latin typeface="Montserrat Bold"/>
              </a:rPr>
              <a:t>Álex</a:t>
            </a:r>
            <a:endParaRPr lang="en-US" sz="7500" spc="-165" dirty="0">
              <a:latin typeface="Montserra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236463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25529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293000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Eva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67873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Álex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98533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22" name="Elipse 21"/>
          <p:cNvSpPr/>
          <p:nvPr/>
        </p:nvSpPr>
        <p:spPr>
          <a:xfrm>
            <a:off x="12380302" y="6743700"/>
            <a:ext cx="5576602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6564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175785" y="339626"/>
            <a:ext cx="8188369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135" dirty="0">
                <a:latin typeface="Montserrat Bold"/>
              </a:rPr>
              <a:t>Luis, </a:t>
            </a:r>
            <a:r>
              <a:rPr lang="en-US" sz="7500" spc="-135" dirty="0" err="1">
                <a:latin typeface="Montserrat Bold"/>
              </a:rPr>
              <a:t>Cris</a:t>
            </a:r>
            <a:r>
              <a:rPr lang="en-US" sz="7500" spc="-135" dirty="0">
                <a:latin typeface="Montserrat Bold"/>
              </a:rPr>
              <a:t>, Julia, Eva y </a:t>
            </a:r>
            <a:r>
              <a:rPr lang="en-US" sz="7500" spc="-135" dirty="0" err="1">
                <a:latin typeface="Montserrat Bold"/>
              </a:rPr>
              <a:t>Álex</a:t>
            </a:r>
            <a:r>
              <a:rPr lang="en-US" sz="7500" spc="-135" dirty="0">
                <a:latin typeface="Montserrat Bold"/>
              </a:rPr>
              <a:t> son </a:t>
            </a:r>
            <a:r>
              <a:rPr lang="en-US" sz="7500" spc="-135" dirty="0" err="1">
                <a:latin typeface="Montserrat Bold"/>
              </a:rPr>
              <a:t>los</a:t>
            </a:r>
            <a:r>
              <a:rPr lang="en-US" sz="7500" spc="-135" dirty="0">
                <a:latin typeface="Montserrat Bold"/>
              </a:rPr>
              <a:t> </a:t>
            </a:r>
            <a:r>
              <a:rPr lang="en-US" sz="7500" spc="-135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nietos</a:t>
            </a:r>
            <a:r>
              <a:rPr lang="en-US" sz="7500" spc="-135" dirty="0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sz="7500" spc="-135" dirty="0">
                <a:latin typeface="Montserrat Bold"/>
              </a:rPr>
              <a:t>de José y Ana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10684" y="91440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99750" y="91440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367221" y="91440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Eva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42094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Álex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72754" y="91440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08954" y="2705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José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71262" y="2705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Ana</a:t>
            </a:r>
          </a:p>
        </p:txBody>
      </p:sp>
      <p:sp>
        <p:nvSpPr>
          <p:cNvPr id="13" name="Elipse 12"/>
          <p:cNvSpPr/>
          <p:nvPr/>
        </p:nvSpPr>
        <p:spPr>
          <a:xfrm>
            <a:off x="5029200" y="7048500"/>
            <a:ext cx="12833702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" y="419100"/>
            <a:ext cx="731520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500" spc="-165" dirty="0">
                <a:latin typeface="Montserrat Bold"/>
              </a:rPr>
              <a:t>Luis y </a:t>
            </a:r>
            <a:r>
              <a:rPr lang="en-US" sz="7500" spc="-165" dirty="0" err="1">
                <a:latin typeface="Montserrat Bold"/>
              </a:rPr>
              <a:t>Cris</a:t>
            </a:r>
            <a:r>
              <a:rPr lang="en-US" sz="7500" spc="-165" dirty="0">
                <a:latin typeface="Montserrat Bold"/>
              </a:rPr>
              <a:t> son </a:t>
            </a:r>
            <a:r>
              <a:rPr lang="en-US" sz="7500" spc="-165" dirty="0" err="1">
                <a:latin typeface="Montserrat Bold"/>
              </a:rPr>
              <a:t>los</a:t>
            </a:r>
            <a:r>
              <a:rPr lang="en-US" sz="7500" spc="-165" dirty="0">
                <a:latin typeface="Montserrat Bold"/>
              </a:rPr>
              <a:t> </a:t>
            </a:r>
            <a:r>
              <a:rPr lang="en-US" sz="7500" spc="-165" dirty="0" err="1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sobrinos</a:t>
            </a:r>
            <a:r>
              <a:rPr lang="en-US" sz="7500" spc="-165" dirty="0">
                <a:solidFill>
                  <a:schemeClr val="accent5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sz="7500" spc="-165" dirty="0">
                <a:latin typeface="Montserrat Bold"/>
              </a:rPr>
              <a:t>de Carlos y </a:t>
            </a:r>
            <a:r>
              <a:rPr lang="en-US" sz="7500" spc="-165" dirty="0" err="1">
                <a:latin typeface="Montserrat Bold"/>
              </a:rPr>
              <a:t>María</a:t>
            </a:r>
            <a:endParaRPr lang="en-US" sz="7500" spc="-165" dirty="0">
              <a:latin typeface="Montserra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236463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25529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085637" y="584213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Carlos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39226" y="584213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María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12250657" y="6819900"/>
            <a:ext cx="5576602" cy="3216830"/>
          </a:xfrm>
          <a:prstGeom prst="ellipse">
            <a:avLst/>
          </a:prstGeom>
          <a:noFill/>
          <a:ln w="76200">
            <a:solidFill>
              <a:srgbClr val="08B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4283" y="647700"/>
            <a:ext cx="11813117" cy="899273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880162" y="915238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06837" y="260238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Abuelo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669145" y="262143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Abuela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58610" y="5870708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Padre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19990" y="5861183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Madre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89517" y="5942457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Tío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692855" y="595198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 err="1">
                <a:solidFill>
                  <a:srgbClr val="000000"/>
                </a:solidFill>
                <a:latin typeface="Montserrat Bold"/>
              </a:rPr>
              <a:t>Tía</a:t>
            </a:r>
            <a:endParaRPr lang="en-US" sz="3599" spc="-89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390218" y="9174671"/>
            <a:ext cx="3101730" cy="30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sz="2699" spc="-67" dirty="0">
                <a:solidFill>
                  <a:srgbClr val="000000"/>
                </a:solidFill>
                <a:latin typeface="Montserrat Bold"/>
              </a:rPr>
              <a:t>Hermana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39977" y="9174671"/>
            <a:ext cx="3101730" cy="30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sz="2699" spc="-67" dirty="0" err="1">
                <a:solidFill>
                  <a:srgbClr val="000000"/>
                </a:solidFill>
                <a:latin typeface="Montserrat Bold"/>
              </a:rPr>
              <a:t>Hermano</a:t>
            </a:r>
            <a:endParaRPr lang="en-US" sz="2699" spc="-67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08567" y="9142857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Primo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70875" y="9133332"/>
            <a:ext cx="3101730" cy="41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3599" spc="-89" dirty="0">
                <a:solidFill>
                  <a:srgbClr val="000000"/>
                </a:solidFill>
                <a:latin typeface="Montserrat Bold"/>
              </a:rPr>
              <a:t>Prima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262455" y="2659895"/>
            <a:ext cx="7086600" cy="2189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9600" spc="-259" dirty="0">
                <a:latin typeface="Montserrat Bold"/>
              </a:rPr>
              <a:t>La </a:t>
            </a:r>
            <a:r>
              <a:rPr lang="en-US" sz="9600" spc="-259" dirty="0" err="1">
                <a:latin typeface="Montserrat Bold"/>
              </a:rPr>
              <a:t>familia</a:t>
            </a:r>
            <a:r>
              <a:rPr lang="en-US" sz="9600" spc="-259" dirty="0">
                <a:latin typeface="Montserrat Bold"/>
              </a:rPr>
              <a:t> de Julia</a:t>
            </a:r>
          </a:p>
        </p:txBody>
      </p:sp>
    </p:spTree>
    <p:extLst>
      <p:ext uri="{BB962C8B-B14F-4D97-AF65-F5344CB8AC3E}">
        <p14:creationId xmlns:p14="http://schemas.microsoft.com/office/powerpoint/2010/main" val="362513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0" y="647700"/>
            <a:ext cx="11813117" cy="8992736"/>
          </a:xfrm>
          <a:prstGeom prst="rect">
            <a:avLst/>
          </a:prstGeom>
        </p:spPr>
      </p:pic>
      <p:pic>
        <p:nvPicPr>
          <p:cNvPr id="28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4283" y="647700"/>
            <a:ext cx="11813117" cy="899273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238530" y="9134475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27596" y="9134475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118470" y="586499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Carlos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10600" y="586499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María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295067" y="9134475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Eva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69940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Álex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00600" y="9134475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Julia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90670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Ángel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805270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Maca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36800" y="2705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José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99108" y="2705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Ana</a:t>
            </a:r>
          </a:p>
        </p:txBody>
      </p:sp>
      <p:sp>
        <p:nvSpPr>
          <p:cNvPr id="27" name="TextBox 3"/>
          <p:cNvSpPr txBox="1"/>
          <p:nvPr/>
        </p:nvSpPr>
        <p:spPr>
          <a:xfrm>
            <a:off x="-262455" y="2659895"/>
            <a:ext cx="7086600" cy="2189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9600" spc="-259" dirty="0">
                <a:latin typeface="Montserrat Bold"/>
              </a:rPr>
              <a:t>La </a:t>
            </a:r>
            <a:r>
              <a:rPr lang="en-US" sz="9600" spc="-259" dirty="0" err="1">
                <a:latin typeface="Montserrat Bold"/>
              </a:rPr>
              <a:t>familia</a:t>
            </a:r>
            <a:r>
              <a:rPr lang="en-US" sz="9600" spc="-259" dirty="0">
                <a:latin typeface="Montserrat Bold"/>
              </a:rPr>
              <a:t> de Julia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199104" y="4979739"/>
            <a:ext cx="4881642" cy="268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>
                <a:latin typeface="Montserrat Bold"/>
              </a:rPr>
              <a:t>Carlos </a:t>
            </a:r>
            <a:r>
              <a:rPr lang="en-US" sz="7200" spc="-210" dirty="0" err="1">
                <a:latin typeface="Montserrat Bold"/>
              </a:rPr>
              <a:t>es</a:t>
            </a:r>
            <a:r>
              <a:rPr lang="en-US" sz="7200" spc="-210" dirty="0">
                <a:latin typeface="Montserrat Bold"/>
              </a:rPr>
              <a:t> el </a:t>
            </a:r>
            <a:r>
              <a:rPr lang="en-US" sz="7200" spc="-210" dirty="0" err="1">
                <a:latin typeface="Montserrat Bold"/>
              </a:rPr>
              <a:t>tío</a:t>
            </a:r>
            <a:r>
              <a:rPr lang="en-US" sz="7200" spc="-210" dirty="0">
                <a:latin typeface="Montserrat Bold"/>
              </a:rPr>
              <a:t> de Luis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974567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742" y="586499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Carlos</a:t>
            </a:r>
          </a:p>
        </p:txBody>
      </p:sp>
      <p:sp>
        <p:nvSpPr>
          <p:cNvPr id="11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199104" y="4972119"/>
            <a:ext cx="4881642" cy="268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Carlos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es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el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tío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de Luis</a:t>
            </a: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6974567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823742" y="5864993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Carlos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573000" y="4615620"/>
            <a:ext cx="4881642" cy="1754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 err="1">
                <a:latin typeface="Montserrat Bold"/>
              </a:rPr>
              <a:t>Maca</a:t>
            </a:r>
            <a:r>
              <a:rPr lang="en-US" sz="7200" spc="-210" dirty="0">
                <a:latin typeface="Montserrat Bold"/>
              </a:rPr>
              <a:t> </a:t>
            </a:r>
            <a:r>
              <a:rPr lang="en-US" sz="7200" spc="-210" dirty="0" err="1">
                <a:latin typeface="Montserrat Bold"/>
              </a:rPr>
              <a:t>es</a:t>
            </a:r>
            <a:r>
              <a:rPr lang="en-US" sz="7200" spc="-210" dirty="0">
                <a:latin typeface="Montserrat Bold"/>
              </a:rPr>
              <a:t> la </a:t>
            </a:r>
            <a:r>
              <a:rPr lang="en-US" sz="7200" spc="-210" dirty="0" err="1">
                <a:latin typeface="Montserrat Bold"/>
              </a:rPr>
              <a:t>tía</a:t>
            </a:r>
            <a:r>
              <a:rPr lang="en-US" sz="7200" spc="-210" dirty="0">
                <a:latin typeface="Montserrat Bold"/>
              </a:rPr>
              <a:t> de </a:t>
            </a:r>
            <a:r>
              <a:rPr lang="en-US" sz="7200" spc="-210" dirty="0" err="1">
                <a:latin typeface="Montserrat Bold"/>
              </a:rPr>
              <a:t>Cris</a:t>
            </a:r>
            <a:endParaRPr lang="en-US" sz="7200" spc="-210" dirty="0"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71270" y="9077372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48800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Maca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666061" y="3830952"/>
            <a:ext cx="4936138" cy="2626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 err="1">
                <a:solidFill>
                  <a:srgbClr val="C60A1F"/>
                </a:solidFill>
                <a:latin typeface="Montserrat Bold"/>
              </a:rPr>
              <a:t>Maca</a:t>
            </a:r>
            <a:r>
              <a:rPr lang="en-US" sz="7200" spc="-210" dirty="0">
                <a:solidFill>
                  <a:srgbClr val="C60A1F"/>
                </a:solidFill>
                <a:latin typeface="Montserrat Bold"/>
              </a:rPr>
              <a:t> no </a:t>
            </a:r>
            <a:r>
              <a:rPr lang="en-US" sz="7200" spc="-210" dirty="0" err="1">
                <a:solidFill>
                  <a:srgbClr val="C60A1F"/>
                </a:solidFill>
                <a:latin typeface="Montserrat Bold"/>
              </a:rPr>
              <a:t>es</a:t>
            </a:r>
            <a:r>
              <a:rPr lang="en-US" sz="7200" spc="-210" dirty="0">
                <a:solidFill>
                  <a:srgbClr val="C60A1F"/>
                </a:solidFill>
                <a:latin typeface="Montserrat Bold"/>
              </a:rPr>
              <a:t> la </a:t>
            </a:r>
            <a:r>
              <a:rPr lang="en-US" sz="7200" spc="-210" dirty="0" err="1">
                <a:solidFill>
                  <a:srgbClr val="C60A1F"/>
                </a:solidFill>
                <a:latin typeface="Montserrat Bold"/>
              </a:rPr>
              <a:t>tía</a:t>
            </a:r>
            <a:r>
              <a:rPr lang="en-US" sz="7200" spc="-210" dirty="0">
                <a:solidFill>
                  <a:srgbClr val="C60A1F"/>
                </a:solidFill>
                <a:latin typeface="Montserrat Bold"/>
              </a:rPr>
              <a:t> de </a:t>
            </a:r>
            <a:r>
              <a:rPr lang="en-US" sz="7200" spc="-210" dirty="0" err="1">
                <a:solidFill>
                  <a:srgbClr val="C60A1F"/>
                </a:solidFill>
                <a:latin typeface="Montserrat Bold"/>
              </a:rPr>
              <a:t>Cris</a:t>
            </a:r>
            <a:endParaRPr lang="en-US" sz="7200" spc="-210" dirty="0">
              <a:solidFill>
                <a:srgbClr val="C60A1F"/>
              </a:solidFill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582144" y="6689871"/>
            <a:ext cx="5406853" cy="2616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Maca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es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la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madre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de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Cris</a:t>
            </a:r>
            <a:endParaRPr lang="en-US" sz="7200" spc="-210" dirty="0">
              <a:solidFill>
                <a:srgbClr val="62A25D"/>
              </a:solidFill>
              <a:latin typeface="Montserrat Bold"/>
            </a:endParaRP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9471270" y="9077372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9448800" y="5912618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Maca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415758" y="4914900"/>
            <a:ext cx="4881642" cy="268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>
                <a:latin typeface="Montserrat Bold"/>
              </a:rPr>
              <a:t>Ana </a:t>
            </a:r>
            <a:r>
              <a:rPr lang="en-US" sz="7200" spc="-210" dirty="0" err="1">
                <a:latin typeface="Montserrat Bold"/>
              </a:rPr>
              <a:t>es</a:t>
            </a:r>
            <a:r>
              <a:rPr lang="en-US" sz="7200" spc="-210" dirty="0">
                <a:latin typeface="Montserrat Bold"/>
              </a:rPr>
              <a:t> la </a:t>
            </a:r>
            <a:r>
              <a:rPr lang="en-US" sz="7200" spc="-210" dirty="0" err="1">
                <a:latin typeface="Montserrat Bold"/>
              </a:rPr>
              <a:t>abuela</a:t>
            </a:r>
            <a:r>
              <a:rPr lang="en-US" sz="7200" spc="-210" dirty="0">
                <a:latin typeface="Montserrat Bold"/>
              </a:rPr>
              <a:t> de </a:t>
            </a:r>
            <a:r>
              <a:rPr lang="en-US" sz="7200" spc="-210" dirty="0" err="1">
                <a:latin typeface="Montserrat Bold"/>
              </a:rPr>
              <a:t>Álex</a:t>
            </a:r>
            <a:endParaRPr lang="en-US" sz="7200" spc="-210" dirty="0"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505977" y="91821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Álex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335146" y="265477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Ana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420600" y="4896993"/>
            <a:ext cx="4881642" cy="268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Ana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es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la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abuela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de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Álex</a:t>
            </a:r>
            <a:endParaRPr lang="en-US" sz="7200" spc="-210" dirty="0">
              <a:solidFill>
                <a:srgbClr val="62A25D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505977" y="9204757"/>
            <a:ext cx="3101730" cy="434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Álex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335146" y="2645245"/>
            <a:ext cx="3101730" cy="434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 panose="020B0604020202020204" charset="0"/>
              </a:rPr>
              <a:t>Ana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435926" y="4838700"/>
            <a:ext cx="4881642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>
                <a:latin typeface="Montserrat Bold"/>
              </a:rPr>
              <a:t>José </a:t>
            </a:r>
            <a:r>
              <a:rPr lang="en-US" sz="7200" spc="-210" dirty="0" err="1">
                <a:latin typeface="Montserrat Bold"/>
              </a:rPr>
              <a:t>tiene</a:t>
            </a:r>
            <a:r>
              <a:rPr lang="en-US" sz="7200" spc="-210" dirty="0">
                <a:latin typeface="Montserrat Bold"/>
              </a:rPr>
              <a:t> </a:t>
            </a:r>
            <a:r>
              <a:rPr lang="en-US" sz="7200" spc="-210" dirty="0" err="1" smtClean="0">
                <a:latin typeface="Montserrat Bold"/>
              </a:rPr>
              <a:t>cinco</a:t>
            </a:r>
            <a:r>
              <a:rPr lang="en-US" sz="7200" spc="-210" dirty="0" smtClean="0">
                <a:latin typeface="Montserrat Bold"/>
              </a:rPr>
              <a:t> </a:t>
            </a:r>
            <a:r>
              <a:rPr lang="en-US" sz="7200" spc="-210" dirty="0" err="1" smtClean="0">
                <a:latin typeface="Montserrat Bold"/>
              </a:rPr>
              <a:t>sobrinos</a:t>
            </a:r>
            <a:endParaRPr lang="en-US" sz="7200" spc="-210" dirty="0"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982203" y="9152731"/>
            <a:ext cx="310173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 panose="020B0604020202020204" charset="0"/>
              </a:rPr>
              <a:t>Luis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1270" y="9152731"/>
            <a:ext cx="310173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 panose="020B0604020202020204" charset="0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 panose="020B060402020202020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38741" y="9152731"/>
            <a:ext cx="310173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 panose="020B0604020202020204" charset="0"/>
              </a:rPr>
              <a:t>Eva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13613" y="9152731"/>
            <a:ext cx="310173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 panose="020B0604020202020204" charset="0"/>
              </a:rPr>
              <a:t>Álex</a:t>
            </a:r>
            <a:endParaRPr lang="en-US" sz="4000" spc="-100" dirty="0">
              <a:solidFill>
                <a:srgbClr val="000000"/>
              </a:solidFill>
              <a:latin typeface="Montserrat Bold" panose="020B060402020202020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455726" y="9152731"/>
            <a:ext cx="310173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 panose="020B0604020202020204" charset="0"/>
              </a:rPr>
              <a:t>Julia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80473" y="2675731"/>
            <a:ext cx="310173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 panose="020B0604020202020204" charset="0"/>
              </a:rPr>
              <a:t>José</a:t>
            </a:r>
          </a:p>
        </p:txBody>
      </p:sp>
      <p:sp>
        <p:nvSpPr>
          <p:cNvPr id="13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455839" y="3386501"/>
            <a:ext cx="4881642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>
                <a:solidFill>
                  <a:srgbClr val="C60A1F"/>
                </a:solidFill>
                <a:latin typeface="Montserrat Bold"/>
              </a:rPr>
              <a:t>José no </a:t>
            </a:r>
            <a:r>
              <a:rPr lang="en-US" sz="7200" spc="-210" dirty="0" err="1">
                <a:solidFill>
                  <a:srgbClr val="C60A1F"/>
                </a:solidFill>
                <a:latin typeface="Montserrat Bold"/>
              </a:rPr>
              <a:t>tiene</a:t>
            </a:r>
            <a:r>
              <a:rPr lang="en-US" sz="7200" spc="-210" dirty="0">
                <a:solidFill>
                  <a:srgbClr val="C60A1F"/>
                </a:solidFill>
                <a:latin typeface="Montserrat Bold"/>
              </a:rPr>
              <a:t> </a:t>
            </a:r>
            <a:r>
              <a:rPr lang="en-US" sz="7200" spc="-210" dirty="0" err="1" smtClean="0">
                <a:solidFill>
                  <a:srgbClr val="C60A1F"/>
                </a:solidFill>
                <a:latin typeface="Montserrat Bold"/>
              </a:rPr>
              <a:t>cinco</a:t>
            </a:r>
            <a:r>
              <a:rPr lang="en-US" sz="7200" spc="-210" dirty="0" smtClean="0">
                <a:solidFill>
                  <a:srgbClr val="C60A1F"/>
                </a:solidFill>
                <a:latin typeface="Montserrat Bold"/>
              </a:rPr>
              <a:t> </a:t>
            </a:r>
            <a:r>
              <a:rPr lang="en-US" sz="7200" spc="-210" dirty="0" err="1" smtClean="0">
                <a:solidFill>
                  <a:srgbClr val="C60A1F"/>
                </a:solidFill>
                <a:latin typeface="Montserrat Bold"/>
              </a:rPr>
              <a:t>sobrinos</a:t>
            </a:r>
            <a:endParaRPr lang="en-US" sz="7200" spc="-210" dirty="0">
              <a:solidFill>
                <a:srgbClr val="C60A1F"/>
              </a:solidFill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463475" y="7024335"/>
            <a:ext cx="4881642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José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tiene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cinco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nietos</a:t>
            </a:r>
            <a:endParaRPr lang="en-US" sz="7200" spc="-210" dirty="0">
              <a:solidFill>
                <a:srgbClr val="62A25D"/>
              </a:solidFill>
              <a:latin typeface="Montserrat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455726" y="647700"/>
            <a:ext cx="13028726" cy="8992736"/>
            <a:chOff x="234916" y="-1081977"/>
            <a:chExt cx="17371635" cy="11990314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053109" y="-1081977"/>
              <a:ext cx="15750823" cy="11990314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152156" y="10246422"/>
              <a:ext cx="413564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>
                  <a:solidFill>
                    <a:srgbClr val="000000"/>
                  </a:solidFill>
                  <a:latin typeface="Montserrat Bold"/>
                </a:rPr>
                <a:t>Luis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70911" y="10246422"/>
              <a:ext cx="413564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 err="1">
                  <a:solidFill>
                    <a:srgbClr val="000000"/>
                  </a:solidFill>
                  <a:latin typeface="Montserrat Bold"/>
                </a:rPr>
                <a:t>Cris</a:t>
              </a:r>
              <a:endParaRPr lang="en-US" sz="4000" spc="-100" dirty="0">
                <a:solidFill>
                  <a:srgbClr val="000000"/>
                </a:solidFill>
                <a:latin typeface="Montserrat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60872" y="10246422"/>
              <a:ext cx="413564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>
                  <a:solidFill>
                    <a:srgbClr val="000000"/>
                  </a:solidFill>
                  <a:latin typeface="Montserrat Bold"/>
                </a:rPr>
                <a:t>Eva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60701" y="10246422"/>
              <a:ext cx="413564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 err="1">
                  <a:solidFill>
                    <a:srgbClr val="000000"/>
                  </a:solidFill>
                  <a:latin typeface="Montserrat Bold"/>
                </a:rPr>
                <a:t>Álex</a:t>
              </a:r>
              <a:endParaRPr lang="en-US" sz="4000" spc="-100" dirty="0">
                <a:solidFill>
                  <a:srgbClr val="000000"/>
                </a:solidFill>
                <a:latin typeface="Montserrat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4916" y="10246422"/>
              <a:ext cx="413564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>
                  <a:solidFill>
                    <a:srgbClr val="000000"/>
                  </a:solidFill>
                  <a:latin typeface="Montserrat Bold"/>
                </a:rPr>
                <a:t>Julia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6516" y="1610423"/>
              <a:ext cx="413564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>
                  <a:solidFill>
                    <a:srgbClr val="000000"/>
                  </a:solidFill>
                  <a:latin typeface="Montserrat Bold"/>
                </a:rPr>
                <a:t>José</a:t>
              </a: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459657" y="4690892"/>
            <a:ext cx="4881642" cy="268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 err="1">
                <a:latin typeface="Montserrat Bold"/>
              </a:rPr>
              <a:t>Cris</a:t>
            </a:r>
            <a:r>
              <a:rPr lang="en-US" sz="7200" spc="-210" dirty="0">
                <a:latin typeface="Montserrat Bold"/>
              </a:rPr>
              <a:t> </a:t>
            </a:r>
            <a:r>
              <a:rPr lang="en-US" sz="7200" spc="-210" dirty="0" err="1">
                <a:latin typeface="Montserrat Bold"/>
              </a:rPr>
              <a:t>es</a:t>
            </a:r>
            <a:r>
              <a:rPr lang="en-US" sz="7200" spc="-210" dirty="0">
                <a:latin typeface="Montserrat Bold"/>
              </a:rPr>
              <a:t> prima de Luis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82203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>
                <a:solidFill>
                  <a:srgbClr val="000000"/>
                </a:solidFill>
                <a:latin typeface="Montserrat Bold"/>
              </a:rPr>
              <a:t>Luis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1270" y="9105900"/>
            <a:ext cx="310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spc="-100" dirty="0" err="1">
                <a:solidFill>
                  <a:srgbClr val="000000"/>
                </a:solidFill>
                <a:latin typeface="Montserrat Bold"/>
              </a:rPr>
              <a:t>Cris</a:t>
            </a:r>
            <a:endParaRPr lang="en-US" sz="4000" spc="-100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283" y="647700"/>
            <a:ext cx="11813117" cy="89927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530328" y="3578868"/>
            <a:ext cx="4881642" cy="268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 err="1">
                <a:solidFill>
                  <a:srgbClr val="C60A1F"/>
                </a:solidFill>
                <a:latin typeface="Montserrat Bold"/>
              </a:rPr>
              <a:t>Cris</a:t>
            </a:r>
            <a:r>
              <a:rPr lang="en-US" sz="7200" spc="-210" dirty="0">
                <a:solidFill>
                  <a:srgbClr val="C60A1F"/>
                </a:solidFill>
                <a:latin typeface="Montserrat Bold"/>
              </a:rPr>
              <a:t> no </a:t>
            </a:r>
            <a:r>
              <a:rPr lang="en-US" sz="7200" spc="-210" dirty="0" err="1">
                <a:solidFill>
                  <a:srgbClr val="C60A1F"/>
                </a:solidFill>
                <a:latin typeface="Montserrat Bold"/>
              </a:rPr>
              <a:t>es</a:t>
            </a:r>
            <a:r>
              <a:rPr lang="en-US" sz="7200" spc="-210" dirty="0">
                <a:solidFill>
                  <a:srgbClr val="C60A1F"/>
                </a:solidFill>
                <a:latin typeface="Montserrat Bold"/>
              </a:rPr>
              <a:t> prima de Luis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29178" y="6853325"/>
            <a:ext cx="4881642" cy="268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Cris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es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</a:t>
            </a:r>
            <a:r>
              <a:rPr lang="en-US" sz="7200" spc="-210" dirty="0" err="1">
                <a:solidFill>
                  <a:srgbClr val="62A25D"/>
                </a:solidFill>
                <a:latin typeface="Montserrat Bold"/>
              </a:rPr>
              <a:t>hermana</a:t>
            </a:r>
            <a:r>
              <a:rPr lang="en-US" sz="7200" spc="-210" dirty="0">
                <a:solidFill>
                  <a:srgbClr val="62A25D"/>
                </a:solidFill>
                <a:latin typeface="Montserrat Bold"/>
              </a:rPr>
              <a:t> de Luis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2400" y="647700"/>
            <a:ext cx="12420600" cy="8992736"/>
            <a:chOff x="184095" y="-1047433"/>
            <a:chExt cx="16560799" cy="11990314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84095" y="-1047433"/>
              <a:ext cx="15750823" cy="11990314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9290500" y="10225832"/>
              <a:ext cx="4135640" cy="579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>
                  <a:solidFill>
                    <a:srgbClr val="000000"/>
                  </a:solidFill>
                  <a:latin typeface="Montserrat Bold" panose="020B0604020202020204" charset="0"/>
                </a:rPr>
                <a:t>Luis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609254" y="10225832"/>
              <a:ext cx="4135640" cy="579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000" spc="-100" dirty="0" err="1">
                  <a:solidFill>
                    <a:srgbClr val="000000"/>
                  </a:solidFill>
                  <a:latin typeface="Montserrat Bold" panose="020B0604020202020204" charset="0"/>
                </a:rPr>
                <a:t>Cris</a:t>
              </a:r>
              <a:endParaRPr lang="en-US" sz="4000" spc="-100" dirty="0">
                <a:solidFill>
                  <a:srgbClr val="000000"/>
                </a:solidFill>
                <a:latin typeface="Montserrat Bold" panose="020B0604020202020204" charset="0"/>
              </a:endParaRPr>
            </a:p>
          </p:txBody>
        </p:sp>
      </p:grpSp>
      <p:sp>
        <p:nvSpPr>
          <p:cNvPr id="11" name="TextBox 3"/>
          <p:cNvSpPr txBox="1"/>
          <p:nvPr/>
        </p:nvSpPr>
        <p:spPr>
          <a:xfrm>
            <a:off x="11512957" y="834883"/>
            <a:ext cx="63246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8400" spc="-259" dirty="0">
                <a:latin typeface="Montserrat Bold"/>
              </a:rPr>
              <a:t>¿</a:t>
            </a:r>
            <a:r>
              <a:rPr lang="en-US" sz="8400" spc="-259" dirty="0" err="1">
                <a:solidFill>
                  <a:srgbClr val="62A25D"/>
                </a:solidFill>
                <a:latin typeface="Montserrat Bold"/>
              </a:rPr>
              <a:t>Verdadero</a:t>
            </a:r>
            <a:r>
              <a:rPr lang="en-US" sz="8400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8400" spc="-259" dirty="0" smtClean="0">
              <a:solidFill>
                <a:srgbClr val="FFFFFF"/>
              </a:solidFill>
              <a:latin typeface="Montserrat Bold"/>
            </a:endParaRPr>
          </a:p>
          <a:p>
            <a:pPr algn="ctr">
              <a:lnSpc>
                <a:spcPts val="8423"/>
              </a:lnSpc>
            </a:pPr>
            <a:r>
              <a:rPr lang="en-US" sz="8400" spc="-259" dirty="0" smtClean="0">
                <a:latin typeface="Montserrat Bold"/>
              </a:rPr>
              <a:t>o</a:t>
            </a:r>
            <a:r>
              <a:rPr lang="en-US" sz="8400" spc="-259" dirty="0" smtClean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8400" spc="-259" dirty="0" err="1" smtClean="0">
                <a:solidFill>
                  <a:srgbClr val="C60A1F"/>
                </a:solidFill>
                <a:latin typeface="Montserrat Bold"/>
              </a:rPr>
              <a:t>falso</a:t>
            </a:r>
            <a:r>
              <a:rPr lang="en-US" sz="8400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321</Words>
  <Application>Microsoft Office PowerPoint</Application>
  <PresentationFormat>Personalizado</PresentationFormat>
  <Paragraphs>146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Montserrat Bold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3 DEF NUEVO COMPAÑEROS</dc:title>
  <cp:lastModifiedBy>Estefanía Velasco</cp:lastModifiedBy>
  <cp:revision>26</cp:revision>
  <dcterms:created xsi:type="dcterms:W3CDTF">2006-08-16T00:00:00Z</dcterms:created>
  <dcterms:modified xsi:type="dcterms:W3CDTF">2022-05-18T18:57:14Z</dcterms:modified>
  <dc:identifier>DAElTHs6bfA</dc:identifier>
</cp:coreProperties>
</file>