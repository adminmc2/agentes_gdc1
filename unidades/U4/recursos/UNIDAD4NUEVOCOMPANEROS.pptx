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303" r:id="rId4"/>
    <p:sldId id="304" r:id="rId5"/>
    <p:sldId id="306" r:id="rId6"/>
    <p:sldId id="307" r:id="rId7"/>
    <p:sldId id="309" r:id="rId8"/>
    <p:sldId id="310" r:id="rId9"/>
    <p:sldId id="311" r:id="rId10"/>
    <p:sldId id="266" r:id="rId11"/>
    <p:sldId id="290" r:id="rId12"/>
  </p:sldIdLst>
  <p:sldSz cx="18288000" cy="10287000"/>
  <p:notesSz cx="6858000" cy="9144000"/>
  <p:embeddedFontLst>
    <p:embeddedFont>
      <p:font typeface="Montserrat Bold" panose="020B0604020202020204" charset="0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20B0604020202020204" charset="0"/>
      <p:regular r:id="rId18"/>
      <p:bold r:id="rId19"/>
      <p:italic r:id="rId20"/>
      <p:boldItalic r:id="rId21"/>
    </p:embeddedFont>
    <p:embeddedFont>
      <p:font typeface="Mongolian Baiti" panose="03000500000000000000" pitchFamily="66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F91"/>
    <a:srgbClr val="37DE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748" y="64"/>
      </p:cViewPr>
      <p:guideLst>
        <p:guide orient="horz" pos="216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26" Type="http://schemas.openxmlformats.org/officeDocument/2006/relationships/image" Target="../media/image21.pn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3.png"/><Relationship Id="rId25" Type="http://schemas.openxmlformats.org/officeDocument/2006/relationships/image" Target="../media/image18.svg"/><Relationship Id="rId2" Type="http://schemas.openxmlformats.org/officeDocument/2006/relationships/image" Target="../media/image8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0.png"/><Relationship Id="rId15" Type="http://schemas.openxmlformats.org/officeDocument/2006/relationships/image" Target="../media/image13.svg"/><Relationship Id="rId23" Type="http://schemas.openxmlformats.org/officeDocument/2006/relationships/image" Target="../media/image19.png"/><Relationship Id="rId10" Type="http://schemas.openxmlformats.org/officeDocument/2006/relationships/image" Target="../media/image9.svg"/><Relationship Id="rId19" Type="http://schemas.openxmlformats.org/officeDocument/2006/relationships/image" Target="../media/image15.png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58116"/>
            <a:ext cx="6537006" cy="494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34"/>
              </a:lnSpc>
            </a:pPr>
            <a:r>
              <a:rPr lang="en-US" sz="6500" dirty="0">
                <a:solidFill>
                  <a:srgbClr val="191769"/>
                </a:solidFill>
                <a:latin typeface="Montserrat Bold"/>
              </a:rPr>
              <a:t>NUEVO COMPAÑEROS</a:t>
            </a:r>
          </a:p>
          <a:p>
            <a:pPr>
              <a:lnSpc>
                <a:spcPts val="6434"/>
              </a:lnSpc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434"/>
              </a:lnSpc>
            </a:pPr>
            <a:r>
              <a:rPr lang="en-US" sz="6500">
                <a:solidFill>
                  <a:srgbClr val="191769"/>
                </a:solidFill>
                <a:latin typeface="Montserrat Bold"/>
              </a:rPr>
              <a:t>Hay</a:t>
            </a:r>
          </a:p>
          <a:p>
            <a:pPr>
              <a:lnSpc>
                <a:spcPts val="6434"/>
              </a:lnSpc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 marL="0" lvl="0" indent="0" algn="l">
              <a:lnSpc>
                <a:spcPts val="6434"/>
              </a:lnSpc>
              <a:spcBef>
                <a:spcPct val="0"/>
              </a:spcBef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5029200" y="-22339"/>
            <a:ext cx="13279131" cy="10327059"/>
            <a:chOff x="5029200" y="-22339"/>
            <a:chExt cx="13279131" cy="10327059"/>
          </a:xfrm>
        </p:grpSpPr>
        <p:sp>
          <p:nvSpPr>
            <p:cNvPr id="15" name="AutoShape 3"/>
            <p:cNvSpPr/>
            <p:nvPr/>
          </p:nvSpPr>
          <p:spPr>
            <a:xfrm>
              <a:off x="7985449" y="4123186"/>
              <a:ext cx="2057711" cy="2054605"/>
            </a:xfrm>
            <a:prstGeom prst="rect">
              <a:avLst/>
            </a:prstGeom>
            <a:solidFill>
              <a:srgbClr val="62A25D"/>
            </a:solidFill>
          </p:spPr>
        </p:sp>
        <p:sp>
          <p:nvSpPr>
            <p:cNvPr id="16" name="AutoShape 4"/>
            <p:cNvSpPr/>
            <p:nvPr/>
          </p:nvSpPr>
          <p:spPr>
            <a:xfrm>
              <a:off x="5029200" y="7311860"/>
              <a:ext cx="1781447" cy="2971276"/>
            </a:xfrm>
            <a:prstGeom prst="rect">
              <a:avLst/>
            </a:prstGeom>
            <a:solidFill>
              <a:srgbClr val="FFC924"/>
            </a:solidFill>
          </p:spPr>
        </p:sp>
        <p:pic>
          <p:nvPicPr>
            <p:cNvPr id="17" name="Picture 13"/>
            <p:cNvPicPr>
              <a:picLocks noChangeAspect="1"/>
            </p:cNvPicPr>
            <p:nvPr/>
          </p:nvPicPr>
          <p:blipFill>
            <a:blip r:embed="rId2"/>
            <a:srcRect l="18532" t="17112" r="16502" b="16298"/>
            <a:stretch>
              <a:fillRect/>
            </a:stretch>
          </p:blipFill>
          <p:spPr>
            <a:xfrm>
              <a:off x="16223290" y="8157461"/>
              <a:ext cx="2077599" cy="2129539"/>
            </a:xfrm>
            <a:prstGeom prst="rect">
              <a:avLst/>
            </a:prstGeom>
          </p:spPr>
        </p:pic>
        <p:sp>
          <p:nvSpPr>
            <p:cNvPr id="18" name="AutoShape 14"/>
            <p:cNvSpPr/>
            <p:nvPr/>
          </p:nvSpPr>
          <p:spPr>
            <a:xfrm>
              <a:off x="16108355" y="6205030"/>
              <a:ext cx="2172646" cy="1984405"/>
            </a:xfrm>
            <a:prstGeom prst="rect">
              <a:avLst/>
            </a:prstGeom>
            <a:solidFill>
              <a:srgbClr val="92EDD3"/>
            </a:solidFill>
          </p:spPr>
        </p:sp>
        <p:pic>
          <p:nvPicPr>
            <p:cNvPr id="19" name="Imagen 1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19" t="9903" r="31237" b="31593"/>
            <a:stretch/>
          </p:blipFill>
          <p:spPr>
            <a:xfrm>
              <a:off x="12100870" y="6145933"/>
              <a:ext cx="4007484" cy="4141067"/>
            </a:xfrm>
            <a:prstGeom prst="rect">
              <a:avLst/>
            </a:prstGeom>
          </p:spPr>
        </p:pic>
        <p:sp>
          <p:nvSpPr>
            <p:cNvPr id="20" name="AutoShape 5"/>
            <p:cNvSpPr/>
            <p:nvPr/>
          </p:nvSpPr>
          <p:spPr>
            <a:xfrm>
              <a:off x="9899516" y="6173772"/>
              <a:ext cx="2231153" cy="4130948"/>
            </a:xfrm>
            <a:prstGeom prst="rect">
              <a:avLst/>
            </a:prstGeom>
            <a:solidFill>
              <a:srgbClr val="FDCBDF"/>
            </a:solidFill>
          </p:spPr>
        </p:sp>
        <p:pic>
          <p:nvPicPr>
            <p:cNvPr id="21" name="Imagen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23" t="-101" r="23555" b="34064"/>
            <a:stretch/>
          </p:blipFill>
          <p:spPr>
            <a:xfrm>
              <a:off x="13271689" y="0"/>
              <a:ext cx="5029200" cy="4267200"/>
            </a:xfrm>
            <a:prstGeom prst="rect">
              <a:avLst/>
            </a:prstGeom>
          </p:spPr>
        </p:pic>
        <p:sp>
          <p:nvSpPr>
            <p:cNvPr id="22" name="AutoShape 7"/>
            <p:cNvSpPr/>
            <p:nvPr/>
          </p:nvSpPr>
          <p:spPr>
            <a:xfrm>
              <a:off x="11642565" y="-22339"/>
              <a:ext cx="2057711" cy="2068582"/>
            </a:xfrm>
            <a:prstGeom prst="rect">
              <a:avLst/>
            </a:prstGeom>
            <a:solidFill>
              <a:srgbClr val="469BD8"/>
            </a:solidFill>
          </p:spPr>
        </p:sp>
        <p:pic>
          <p:nvPicPr>
            <p:cNvPr id="23" name="Imagen 2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85" t="18889" r="28271" b="27778"/>
            <a:stretch/>
          </p:blipFill>
          <p:spPr>
            <a:xfrm>
              <a:off x="6248400" y="6177797"/>
              <a:ext cx="4223347" cy="4109203"/>
            </a:xfrm>
            <a:prstGeom prst="rect">
              <a:avLst/>
            </a:prstGeom>
          </p:spPr>
        </p:pic>
        <p:pic>
          <p:nvPicPr>
            <p:cNvPr id="24" name="Imagen 2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18" t="2592" r="42592" b="42592"/>
            <a:stretch/>
          </p:blipFill>
          <p:spPr>
            <a:xfrm>
              <a:off x="9524842" y="1593358"/>
              <a:ext cx="4175434" cy="4611672"/>
            </a:xfrm>
            <a:prstGeom prst="rect">
              <a:avLst/>
            </a:prstGeom>
          </p:spPr>
        </p:pic>
        <p:sp>
          <p:nvSpPr>
            <p:cNvPr id="25" name="AutoShape 6"/>
            <p:cNvSpPr/>
            <p:nvPr/>
          </p:nvSpPr>
          <p:spPr>
            <a:xfrm>
              <a:off x="13694276" y="4134675"/>
              <a:ext cx="4614055" cy="2054605"/>
            </a:xfrm>
            <a:prstGeom prst="rect">
              <a:avLst/>
            </a:prstGeom>
            <a:solidFill>
              <a:srgbClr val="29285D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457200" y="495300"/>
            <a:ext cx="17185673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23"/>
              </a:lnSpc>
            </a:pPr>
            <a:r>
              <a:rPr lang="en-US" sz="10399" spc="-259" dirty="0">
                <a:latin typeface="Montserrat Bold"/>
              </a:rPr>
              <a:t>¿</a:t>
            </a:r>
            <a:r>
              <a:rPr lang="en-US" sz="10399" spc="-259" dirty="0" err="1">
                <a:latin typeface="Montserrat Bold"/>
              </a:rPr>
              <a:t>Qué</a:t>
            </a:r>
            <a:r>
              <a:rPr lang="en-US" sz="10399" spc="-259" dirty="0">
                <a:latin typeface="Montserrat Bold"/>
              </a:rPr>
              <a:t> </a:t>
            </a:r>
            <a:r>
              <a:rPr lang="en-US" sz="10399" spc="-259" dirty="0" smtClean="0">
                <a:latin typeface="Montserrat Bold"/>
              </a:rPr>
              <a:t>hay </a:t>
            </a:r>
            <a:r>
              <a:rPr lang="en-US" sz="10399" spc="-259" dirty="0" err="1" smtClean="0">
                <a:latin typeface="Montserrat Bold"/>
              </a:rPr>
              <a:t>en</a:t>
            </a:r>
            <a:r>
              <a:rPr lang="en-US" sz="10399" spc="-259" dirty="0" smtClean="0">
                <a:latin typeface="Montserrat Bold"/>
              </a:rPr>
              <a:t> la </a:t>
            </a:r>
            <a:r>
              <a:rPr lang="en-US" sz="10399" spc="-259" dirty="0" err="1" smtClean="0">
                <a:latin typeface="Montserrat Bold"/>
              </a:rPr>
              <a:t>nevera</a:t>
            </a:r>
            <a:r>
              <a:rPr lang="en-US" sz="10399" spc="-259" dirty="0" smtClean="0">
                <a:latin typeface="Montserrat Bold"/>
              </a:rPr>
              <a:t>?</a:t>
            </a:r>
            <a:endParaRPr lang="en-US" sz="10399" spc="-259" dirty="0">
              <a:latin typeface="Montserrat Bold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E7F6FD"/>
              </a:clrFrom>
              <a:clrTo>
                <a:srgbClr val="E7F6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7" t="14346" r="55063" b="11580"/>
          <a:stretch/>
        </p:blipFill>
        <p:spPr>
          <a:xfrm>
            <a:off x="7696200" y="2857500"/>
            <a:ext cx="4191000" cy="6688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9583730" cy="2214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" panose="00000500000000000000" pitchFamily="2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frutas</a:t>
            </a:r>
            <a:r>
              <a:rPr lang="en-US" sz="10399" spc="-259" dirty="0" smtClean="0">
                <a:latin typeface="Montserrat" panose="00000500000000000000" pitchFamily="2" charset="0"/>
              </a:rPr>
              <a:t> 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verduras</a:t>
            </a:r>
            <a:endParaRPr lang="en-US" sz="10399" spc="-259" dirty="0">
              <a:latin typeface="Montserrat" panose="00000500000000000000" pitchFamily="2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1066800" y="7353300"/>
            <a:ext cx="3505200" cy="1219200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156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9583730" cy="11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" panose="00000500000000000000" pitchFamily="2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una</a:t>
            </a:r>
            <a:r>
              <a:rPr lang="en-US" sz="10399" spc="-259" dirty="0" smtClean="0">
                <a:latin typeface="Montserrat" panose="00000500000000000000" pitchFamily="2" charset="0"/>
              </a:rPr>
              <a:t> piña</a:t>
            </a:r>
            <a:endParaRPr lang="en-US" sz="10399" spc="-259" dirty="0">
              <a:latin typeface="Montserrat" panose="00000500000000000000" pitchFamily="2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5410200" y="7048500"/>
            <a:ext cx="914400" cy="1219200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43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9583730" cy="11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" panose="00000500000000000000" pitchFamily="2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plátanos</a:t>
            </a:r>
            <a:endParaRPr lang="en-US" sz="10399" spc="-259" dirty="0">
              <a:latin typeface="Montserrat" panose="00000500000000000000" pitchFamily="2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1676400" y="7505700"/>
            <a:ext cx="1219200" cy="990600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20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10210800" cy="1137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smtClean="0">
                <a:latin typeface="Montserrat" panose="00000500000000000000" pitchFamily="2" charset="0"/>
                <a:cs typeface="Mongolian Baiti" panose="03000500000000000000" pitchFamily="66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  <a:cs typeface="Mongolian Baiti" panose="03000500000000000000" pitchFamily="66" charset="0"/>
              </a:rPr>
              <a:t>uvas</a:t>
            </a:r>
            <a:endParaRPr lang="en-US" sz="10399" spc="-259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1066800" y="5177510"/>
            <a:ext cx="1295400" cy="876300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778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9583730" cy="11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" panose="00000500000000000000" pitchFamily="2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agua</a:t>
            </a:r>
            <a:endParaRPr lang="en-US" sz="10399" spc="-259" dirty="0">
              <a:latin typeface="Montserrat" panose="00000500000000000000" pitchFamily="2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2286000" y="3805910"/>
            <a:ext cx="1066800" cy="1371600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527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9583730" cy="11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" panose="00000500000000000000" pitchFamily="2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queso</a:t>
            </a:r>
            <a:endParaRPr lang="en-US" sz="10399" spc="-259" dirty="0">
              <a:latin typeface="Montserrat" panose="00000500000000000000" pitchFamily="2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2819400" y="4305300"/>
            <a:ext cx="1143000" cy="806838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51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185" b="10741"/>
          <a:stretch/>
        </p:blipFill>
        <p:spPr>
          <a:xfrm>
            <a:off x="914400" y="723900"/>
            <a:ext cx="8016498" cy="89072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0" y="3695700"/>
            <a:ext cx="9583730" cy="11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" panose="00000500000000000000" pitchFamily="2" charset="0"/>
              </a:rPr>
              <a:t>Hay </a:t>
            </a:r>
            <a:r>
              <a:rPr lang="en-US" sz="10399" spc="-259" dirty="0" err="1" smtClean="0">
                <a:latin typeface="Montserrat" panose="00000500000000000000" pitchFamily="2" charset="0"/>
              </a:rPr>
              <a:t>pollo</a:t>
            </a:r>
            <a:endParaRPr lang="en-US" sz="10399" spc="-259" dirty="0">
              <a:latin typeface="Montserrat" panose="00000500000000000000" pitchFamily="2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1143000" y="3924300"/>
            <a:ext cx="1524000" cy="1191297"/>
          </a:xfrm>
          <a:prstGeom prst="ellipse">
            <a:avLst/>
          </a:prstGeom>
          <a:noFill/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259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50802" y="933735"/>
            <a:ext cx="938207" cy="1055648"/>
          </a:xfrm>
          <a:prstGeom prst="rect">
            <a:avLst/>
          </a:prstGeom>
        </p:spPr>
      </p:pic>
      <p:pic>
        <p:nvPicPr>
          <p:cNvPr id="6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93102" y="2657902"/>
            <a:ext cx="957468" cy="13165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38023" y="4713582"/>
            <a:ext cx="969017" cy="99805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810897" y="7953952"/>
            <a:ext cx="991015" cy="782886"/>
          </a:xfrm>
          <a:prstGeom prst="rect">
            <a:avLst/>
          </a:prstGeom>
        </p:spPr>
      </p:pic>
      <p:sp>
        <p:nvSpPr>
          <p:cNvPr id="9" name="TextBox 5"/>
          <p:cNvSpPr txBox="1"/>
          <p:nvPr/>
        </p:nvSpPr>
        <p:spPr>
          <a:xfrm>
            <a:off x="2454341" y="933735"/>
            <a:ext cx="6292690" cy="979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>
                <a:latin typeface="Montserrat Bold"/>
              </a:rPr>
              <a:t>Hay </a:t>
            </a:r>
            <a:r>
              <a:rPr lang="en-US" sz="5400" spc="-259" dirty="0" err="1" smtClean="0">
                <a:latin typeface="Montserrat Bold"/>
              </a:rPr>
              <a:t>una</a:t>
            </a:r>
            <a:r>
              <a:rPr lang="en-US" sz="5400" spc="-259" dirty="0" smtClean="0">
                <a:latin typeface="Montserrat Bold"/>
              </a:rPr>
              <a:t> </a:t>
            </a:r>
            <a:r>
              <a:rPr lang="en-US" sz="5400" spc="-259" dirty="0" err="1" smtClean="0">
                <a:latin typeface="Montserrat Bold"/>
              </a:rPr>
              <a:t>manzana</a:t>
            </a:r>
            <a:endParaRPr lang="en-US" sz="5400" spc="-259" dirty="0">
              <a:latin typeface="Montserrat Bold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2454341" y="2868220"/>
            <a:ext cx="6292690" cy="979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>
                <a:latin typeface="Montserrat Bold"/>
              </a:rPr>
              <a:t>Hay </a:t>
            </a:r>
            <a:r>
              <a:rPr lang="en-US" sz="5400" spc="-259" dirty="0" err="1" smtClean="0">
                <a:latin typeface="Montserrat Bold"/>
              </a:rPr>
              <a:t>una</a:t>
            </a:r>
            <a:r>
              <a:rPr lang="en-US" sz="5400" spc="-259" dirty="0" smtClean="0">
                <a:latin typeface="Montserrat Bold"/>
              </a:rPr>
              <a:t> </a:t>
            </a:r>
            <a:r>
              <a:rPr lang="en-US" sz="5400" spc="-259" dirty="0" err="1" smtClean="0">
                <a:latin typeface="Montserrat Bold"/>
              </a:rPr>
              <a:t>fresa</a:t>
            </a:r>
            <a:endParaRPr lang="en-US" sz="5400" spc="-259" dirty="0">
              <a:latin typeface="Montserrat Bold"/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2454341" y="4732582"/>
            <a:ext cx="6292690" cy="979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>
                <a:latin typeface="Montserrat Bold"/>
              </a:rPr>
              <a:t>Hay </a:t>
            </a:r>
            <a:r>
              <a:rPr lang="en-US" sz="5400" spc="-259" dirty="0" smtClean="0">
                <a:latin typeface="Montserrat Bold"/>
              </a:rPr>
              <a:t>un </a:t>
            </a:r>
            <a:r>
              <a:rPr lang="en-US" sz="5400" spc="-259" dirty="0" err="1" smtClean="0">
                <a:latin typeface="Montserrat Bold"/>
              </a:rPr>
              <a:t>plátano</a:t>
            </a:r>
            <a:endParaRPr lang="en-US" sz="5400" spc="-259" dirty="0">
              <a:latin typeface="Montserrat Bold"/>
            </a:endParaRPr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305365" y="1426976"/>
            <a:ext cx="723043" cy="813551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741290" y="1176947"/>
            <a:ext cx="763332" cy="858883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799454" y="1109702"/>
            <a:ext cx="685441" cy="771242"/>
          </a:xfrm>
          <a:prstGeom prst="rect">
            <a:avLst/>
          </a:prstGeom>
        </p:spPr>
      </p:pic>
      <p:sp>
        <p:nvSpPr>
          <p:cNvPr id="15" name="TextBox 5"/>
          <p:cNvSpPr txBox="1"/>
          <p:nvPr/>
        </p:nvSpPr>
        <p:spPr>
          <a:xfrm>
            <a:off x="11887199" y="986218"/>
            <a:ext cx="4953001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5400" spc="-259" dirty="0" smtClean="0">
                <a:latin typeface="Montserrat Bold"/>
              </a:rPr>
              <a:t>Hay </a:t>
            </a:r>
            <a:r>
              <a:rPr lang="en-US" sz="5400" spc="-259" dirty="0" err="1" smtClean="0">
                <a:latin typeface="Montserrat Bold"/>
              </a:rPr>
              <a:t>manzanas</a:t>
            </a:r>
            <a:endParaRPr lang="en-US" sz="5400" spc="-259" dirty="0">
              <a:latin typeface="Montserrat Bold"/>
            </a:endParaRPr>
          </a:p>
        </p:txBody>
      </p:sp>
      <p:pic>
        <p:nvPicPr>
          <p:cNvPr id="16" name="Picture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9765102" y="2822252"/>
            <a:ext cx="722687" cy="993694"/>
          </a:xfrm>
          <a:prstGeom prst="rect">
            <a:avLst/>
          </a:prstGeom>
        </p:spPr>
      </p:pic>
      <p:sp>
        <p:nvSpPr>
          <p:cNvPr id="17" name="TextBox 5"/>
          <p:cNvSpPr txBox="1"/>
          <p:nvPr/>
        </p:nvSpPr>
        <p:spPr>
          <a:xfrm>
            <a:off x="11887199" y="2845745"/>
            <a:ext cx="342900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5400" spc="-259" dirty="0" smtClean="0">
                <a:latin typeface="Montserrat Bold"/>
              </a:rPr>
              <a:t>Hay </a:t>
            </a:r>
            <a:r>
              <a:rPr lang="en-US" sz="5400" spc="-259" dirty="0" err="1" smtClean="0">
                <a:latin typeface="Montserrat Bold"/>
              </a:rPr>
              <a:t>fresas</a:t>
            </a:r>
            <a:endParaRPr lang="en-US" sz="5400" spc="-259" dirty="0">
              <a:latin typeface="Montserrat Bold"/>
            </a:endParaRPr>
          </a:p>
        </p:txBody>
      </p:sp>
      <p:pic>
        <p:nvPicPr>
          <p:cNvPr id="18" name="Picture 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297402" y="2533915"/>
            <a:ext cx="745144" cy="1024572"/>
          </a:xfrm>
          <a:prstGeom prst="rect">
            <a:avLst/>
          </a:prstGeom>
        </p:spPr>
      </p:pic>
      <p:pic>
        <p:nvPicPr>
          <p:cNvPr id="19" name="Picture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742593" y="2871324"/>
            <a:ext cx="683795" cy="940218"/>
          </a:xfrm>
          <a:prstGeom prst="rect">
            <a:avLst/>
          </a:prstGeom>
        </p:spPr>
      </p:pic>
      <p:pic>
        <p:nvPicPr>
          <p:cNvPr id="20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256173" y="3020867"/>
            <a:ext cx="786373" cy="1081262"/>
          </a:xfrm>
          <a:prstGeom prst="rect">
            <a:avLst/>
          </a:prstGeom>
        </p:spPr>
      </p:pic>
      <p:sp>
        <p:nvSpPr>
          <p:cNvPr id="21" name="TextBox 5"/>
          <p:cNvSpPr txBox="1"/>
          <p:nvPr/>
        </p:nvSpPr>
        <p:spPr>
          <a:xfrm>
            <a:off x="11887199" y="4727788"/>
            <a:ext cx="584617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>
                <a:latin typeface="Montserrat Bold"/>
              </a:rPr>
              <a:t>Hay </a:t>
            </a:r>
            <a:r>
              <a:rPr lang="en-US" sz="5400" spc="-259" dirty="0" err="1" smtClean="0">
                <a:latin typeface="Montserrat Bold"/>
              </a:rPr>
              <a:t>tres</a:t>
            </a:r>
            <a:r>
              <a:rPr lang="en-US" sz="5400" spc="-259" dirty="0" smtClean="0">
                <a:latin typeface="Montserrat Bold"/>
              </a:rPr>
              <a:t> </a:t>
            </a:r>
            <a:r>
              <a:rPr lang="en-US" sz="5400" spc="-259" dirty="0" err="1" smtClean="0">
                <a:latin typeface="Montserrat Bold"/>
              </a:rPr>
              <a:t>plátanos</a:t>
            </a:r>
            <a:endParaRPr lang="en-US" sz="5400" spc="-259" dirty="0">
              <a:latin typeface="Montserrat Bold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10042605" y="4671193"/>
            <a:ext cx="1383783" cy="1262702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>
          <a:xfrm>
            <a:off x="6924465" y="7579178"/>
            <a:ext cx="1310207" cy="1305839"/>
          </a:xfrm>
          <a:prstGeom prst="rect">
            <a:avLst/>
          </a:prstGeom>
        </p:spPr>
      </p:pic>
      <p:pic>
        <p:nvPicPr>
          <p:cNvPr id="25" name="Picture 1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25"/>
              </a:ext>
            </a:extLst>
          </a:blip>
          <a:srcRect/>
          <a:stretch>
            <a:fillRect/>
          </a:stretch>
        </p:blipFill>
        <p:spPr>
          <a:xfrm>
            <a:off x="13954345" y="7456693"/>
            <a:ext cx="1361856" cy="1280145"/>
          </a:xfrm>
          <a:prstGeom prst="rect">
            <a:avLst/>
          </a:prstGeom>
        </p:spPr>
      </p:pic>
      <p:pic>
        <p:nvPicPr>
          <p:cNvPr id="26" name="Picture 10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27"/>
              </a:ext>
            </a:extLst>
          </a:blip>
          <a:srcRect/>
          <a:stretch>
            <a:fillRect/>
          </a:stretch>
        </p:blipFill>
        <p:spPr>
          <a:xfrm>
            <a:off x="10128151" y="7343129"/>
            <a:ext cx="861950" cy="1476862"/>
          </a:xfrm>
          <a:prstGeom prst="rect">
            <a:avLst/>
          </a:prstGeom>
        </p:spPr>
      </p:pic>
      <p:sp>
        <p:nvSpPr>
          <p:cNvPr id="27" name="TextBox 5"/>
          <p:cNvSpPr txBox="1"/>
          <p:nvPr/>
        </p:nvSpPr>
        <p:spPr>
          <a:xfrm>
            <a:off x="3506418" y="8827686"/>
            <a:ext cx="222576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 err="1" smtClean="0">
                <a:latin typeface="Montserrat Bold"/>
              </a:rPr>
              <a:t>queso</a:t>
            </a:r>
            <a:endParaRPr lang="en-US" sz="5400" spc="-259" dirty="0">
              <a:latin typeface="Montserrat Bold"/>
            </a:endParaRPr>
          </a:p>
        </p:txBody>
      </p:sp>
      <p:sp>
        <p:nvSpPr>
          <p:cNvPr id="28" name="TextBox 5"/>
          <p:cNvSpPr txBox="1"/>
          <p:nvPr/>
        </p:nvSpPr>
        <p:spPr>
          <a:xfrm>
            <a:off x="6751976" y="8862965"/>
            <a:ext cx="195043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 err="1" smtClean="0">
                <a:latin typeface="Montserrat Bold"/>
              </a:rPr>
              <a:t>zumo</a:t>
            </a:r>
            <a:endParaRPr lang="en-US" sz="5400" spc="-259" dirty="0">
              <a:latin typeface="Montserrat Bold"/>
            </a:endParaRPr>
          </a:p>
        </p:txBody>
      </p:sp>
      <p:sp>
        <p:nvSpPr>
          <p:cNvPr id="29" name="TextBox 5"/>
          <p:cNvSpPr txBox="1"/>
          <p:nvPr/>
        </p:nvSpPr>
        <p:spPr>
          <a:xfrm>
            <a:off x="9937053" y="8843915"/>
            <a:ext cx="1919625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 err="1" smtClean="0">
                <a:latin typeface="Montserrat Bold"/>
              </a:rPr>
              <a:t>leche</a:t>
            </a:r>
            <a:endParaRPr lang="en-US" sz="5400" spc="-259" dirty="0">
              <a:latin typeface="Montserrat Bold"/>
            </a:endParaRPr>
          </a:p>
        </p:txBody>
      </p:sp>
      <p:sp>
        <p:nvSpPr>
          <p:cNvPr id="30" name="TextBox 5"/>
          <p:cNvSpPr txBox="1"/>
          <p:nvPr/>
        </p:nvSpPr>
        <p:spPr>
          <a:xfrm>
            <a:off x="12992100" y="8848987"/>
            <a:ext cx="3416028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 smtClean="0">
                <a:latin typeface="Montserrat Bold"/>
              </a:rPr>
              <a:t>chocolate</a:t>
            </a:r>
            <a:endParaRPr lang="en-US" sz="5400" spc="-259" dirty="0">
              <a:latin typeface="Montserrat Bold"/>
            </a:endParaRPr>
          </a:p>
        </p:txBody>
      </p:sp>
      <p:sp>
        <p:nvSpPr>
          <p:cNvPr id="31" name="TextBox 5"/>
          <p:cNvSpPr txBox="1"/>
          <p:nvPr/>
        </p:nvSpPr>
        <p:spPr>
          <a:xfrm>
            <a:off x="1120718" y="7748712"/>
            <a:ext cx="3768672" cy="979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23"/>
              </a:lnSpc>
            </a:pPr>
            <a:r>
              <a:rPr lang="en-US" sz="5400" spc="-259" dirty="0" smtClean="0">
                <a:latin typeface="Montserrat Bold"/>
              </a:rPr>
              <a:t>Hay…</a:t>
            </a:r>
            <a:endParaRPr lang="en-US" sz="5400" spc="-259" dirty="0"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17" grpId="0"/>
      <p:bldP spid="21" grpId="0"/>
      <p:bldP spid="27" grpId="0"/>
      <p:bldP spid="28" grpId="0"/>
      <p:bldP spid="29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8229600" y="3543300"/>
            <a:ext cx="9583730" cy="2214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smtClean="0">
                <a:latin typeface="Montserrat Bold"/>
              </a:rPr>
              <a:t>¿</a:t>
            </a:r>
            <a:r>
              <a:rPr lang="en-US" sz="10399" spc="-259" dirty="0" err="1" smtClean="0">
                <a:latin typeface="Montserrat Bold"/>
              </a:rPr>
              <a:t>Qué</a:t>
            </a:r>
            <a:r>
              <a:rPr lang="en-US" sz="10399" spc="-259" dirty="0" smtClean="0">
                <a:latin typeface="Montserrat Bold"/>
              </a:rPr>
              <a:t> hay en la </a:t>
            </a:r>
            <a:r>
              <a:rPr lang="en-US" sz="10399" spc="-259" dirty="0" err="1" smtClean="0">
                <a:latin typeface="Montserrat Bold"/>
              </a:rPr>
              <a:t>nevera</a:t>
            </a:r>
            <a:r>
              <a:rPr lang="en-US" sz="10399" spc="-259" dirty="0" smtClean="0">
                <a:latin typeface="Montserrat Bold"/>
              </a:rPr>
              <a:t>?</a:t>
            </a:r>
            <a:endParaRPr lang="en-US" sz="10399" spc="-259" dirty="0">
              <a:latin typeface="Montserrat Bold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1" t="5185" r="3889" b="4445"/>
          <a:stretch/>
        </p:blipFill>
        <p:spPr>
          <a:xfrm>
            <a:off x="1246985" y="419100"/>
            <a:ext cx="6858000" cy="92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56</Words>
  <Application>Microsoft Office PowerPoint</Application>
  <PresentationFormat>Personalizado</PresentationFormat>
  <Paragraphs>23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Montserrat Bold</vt:lpstr>
      <vt:lpstr>Calibri</vt:lpstr>
      <vt:lpstr>Montserrat</vt:lpstr>
      <vt:lpstr>Arial</vt:lpstr>
      <vt:lpstr>Mongolian Baiti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4 NUEVO COMPAÑEROS</dc:title>
  <dc:creator>Estefanía  Velasco</dc:creator>
  <cp:lastModifiedBy>Estefanía Velasco</cp:lastModifiedBy>
  <cp:revision>18</cp:revision>
  <dcterms:created xsi:type="dcterms:W3CDTF">2006-08-16T00:00:00Z</dcterms:created>
  <dcterms:modified xsi:type="dcterms:W3CDTF">2022-05-18T18:56:52Z</dcterms:modified>
  <dc:identifier>DAElTBAcsoY</dc:identifier>
</cp:coreProperties>
</file>