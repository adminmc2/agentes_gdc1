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324" r:id="rId3"/>
    <p:sldId id="326" r:id="rId4"/>
    <p:sldId id="327" r:id="rId5"/>
    <p:sldId id="323" r:id="rId6"/>
    <p:sldId id="328" r:id="rId7"/>
    <p:sldId id="329" r:id="rId8"/>
    <p:sldId id="330" r:id="rId9"/>
  </p:sldIdLst>
  <p:sldSz cx="18288000" cy="10287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Bold" panose="00000800000000000000" charset="0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" d="100"/>
          <a:sy n="11" d="100"/>
        </p:scale>
        <p:origin x="92" y="113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9C043-8065-483F-B1A0-ED39E7A01857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021D52-050D-4446-8153-51F9CBBCDA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438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4457700"/>
            <a:ext cx="6537006" cy="3261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34"/>
              </a:lnSpc>
            </a:pPr>
            <a:r>
              <a:rPr lang="en-US" sz="6500" dirty="0">
                <a:solidFill>
                  <a:srgbClr val="191769"/>
                </a:solidFill>
                <a:latin typeface="Montserrat Bold"/>
              </a:rPr>
              <a:t>Hablar de </a:t>
            </a:r>
            <a:r>
              <a:rPr lang="en-US" sz="6500" dirty="0" err="1">
                <a:solidFill>
                  <a:srgbClr val="191769"/>
                </a:solidFill>
                <a:latin typeface="Montserrat Bold"/>
              </a:rPr>
              <a:t>horarios</a:t>
            </a: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268"/>
              </a:lnSpc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 marL="0" lvl="0" indent="0" algn="l">
              <a:lnSpc>
                <a:spcPts val="6268"/>
              </a:lnSpc>
              <a:spcBef>
                <a:spcPct val="0"/>
              </a:spcBef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706904-88C2-291E-AFFB-6EE01BAB44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66700"/>
            <a:ext cx="9715150" cy="97151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4616286-3F3A-48C5-09B2-052A905ED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028700"/>
            <a:ext cx="7173901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98" r="16865" b="48307"/>
          <a:stretch/>
        </p:blipFill>
        <p:spPr>
          <a:xfrm>
            <a:off x="11909949" y="2717164"/>
            <a:ext cx="6378052" cy="756983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6" r="54903" b="48307"/>
          <a:stretch/>
        </p:blipFill>
        <p:spPr>
          <a:xfrm>
            <a:off x="830377" y="2755264"/>
            <a:ext cx="6858000" cy="7569836"/>
          </a:xfrm>
          <a:prstGeom prst="rect">
            <a:avLst/>
          </a:prstGeom>
        </p:spPr>
      </p:pic>
      <p:sp>
        <p:nvSpPr>
          <p:cNvPr id="14" name="13 Llamada rectangular redondeada"/>
          <p:cNvSpPr/>
          <p:nvPr/>
        </p:nvSpPr>
        <p:spPr>
          <a:xfrm>
            <a:off x="7108017" y="6210300"/>
            <a:ext cx="5465007" cy="3657600"/>
          </a:xfrm>
          <a:prstGeom prst="wedgeRoundRectCallout">
            <a:avLst>
              <a:gd name="adj1" fmla="val 59393"/>
              <a:gd name="adj2" fmla="val -24367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r>
              <a:rPr lang="es-ES" sz="2700" dirty="0">
                <a:latin typeface="Montserrat" panose="00000500000000000000" pitchFamily="2" charset="0"/>
              </a:rPr>
              <a:t>Me levanto temprano, a las siete y diez</a:t>
            </a:r>
          </a:p>
        </p:txBody>
      </p:sp>
      <p:sp>
        <p:nvSpPr>
          <p:cNvPr id="8" name="7 Llamada rectangular redondeada"/>
          <p:cNvSpPr/>
          <p:nvPr/>
        </p:nvSpPr>
        <p:spPr>
          <a:xfrm>
            <a:off x="6250761" y="1104902"/>
            <a:ext cx="6965205" cy="4126854"/>
          </a:xfrm>
          <a:prstGeom prst="wedgeRoundRectCallout">
            <a:avLst>
              <a:gd name="adj1" fmla="val -62483"/>
              <a:gd name="adj2" fmla="val 47205"/>
              <a:gd name="adj3" fmla="val 16667"/>
            </a:avLst>
          </a:prstGeom>
          <a:ln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r>
              <a:rPr lang="es-ES" sz="2700" dirty="0">
                <a:latin typeface="Montserrat" panose="00000500000000000000" pitchFamily="2" charset="0"/>
              </a:rPr>
              <a:t>¿</a:t>
            </a:r>
            <a:r>
              <a:rPr lang="es-ES" sz="2700" dirty="0">
                <a:solidFill>
                  <a:srgbClr val="00B050"/>
                </a:solidFill>
                <a:latin typeface="Montserrat" panose="00000500000000000000" pitchFamily="2" charset="0"/>
              </a:rPr>
              <a:t>A qué hora </a:t>
            </a:r>
            <a:r>
              <a:rPr lang="es-ES" sz="2700" dirty="0">
                <a:latin typeface="Montserrat" panose="00000500000000000000" pitchFamily="2" charset="0"/>
              </a:rPr>
              <a:t>te levantas?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323" y="1638300"/>
            <a:ext cx="4450080" cy="250317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6743700"/>
            <a:ext cx="1849037" cy="181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4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98" r="16865" b="48307"/>
          <a:stretch/>
        </p:blipFill>
        <p:spPr>
          <a:xfrm>
            <a:off x="11909949" y="2717164"/>
            <a:ext cx="6378052" cy="7569836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6" r="54903" b="48307"/>
          <a:stretch/>
        </p:blipFill>
        <p:spPr>
          <a:xfrm>
            <a:off x="830377" y="2755264"/>
            <a:ext cx="6858000" cy="7569836"/>
          </a:xfrm>
          <a:prstGeom prst="rect">
            <a:avLst/>
          </a:prstGeom>
        </p:spPr>
      </p:pic>
      <p:sp>
        <p:nvSpPr>
          <p:cNvPr id="14" name="13 Llamada rectangular redondeada"/>
          <p:cNvSpPr/>
          <p:nvPr/>
        </p:nvSpPr>
        <p:spPr>
          <a:xfrm>
            <a:off x="7108017" y="6362700"/>
            <a:ext cx="5465007" cy="3581400"/>
          </a:xfrm>
          <a:prstGeom prst="wedgeRoundRectCallout">
            <a:avLst>
              <a:gd name="adj1" fmla="val 59393"/>
              <a:gd name="adj2" fmla="val -24367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r>
              <a:rPr lang="es-ES" sz="2700" dirty="0">
                <a:latin typeface="Montserrat" panose="00000500000000000000" pitchFamily="2" charset="0"/>
              </a:rPr>
              <a:t>Normalmente a las dos</a:t>
            </a:r>
          </a:p>
        </p:txBody>
      </p:sp>
      <p:sp>
        <p:nvSpPr>
          <p:cNvPr id="8" name="7 Llamada rectangular redondeada"/>
          <p:cNvSpPr/>
          <p:nvPr/>
        </p:nvSpPr>
        <p:spPr>
          <a:xfrm>
            <a:off x="6250761" y="1104901"/>
            <a:ext cx="6965205" cy="4800599"/>
          </a:xfrm>
          <a:prstGeom prst="wedgeRoundRectCallout">
            <a:avLst>
              <a:gd name="adj1" fmla="val -62483"/>
              <a:gd name="adj2" fmla="val 47205"/>
              <a:gd name="adj3" fmla="val 16667"/>
            </a:avLst>
          </a:prstGeom>
          <a:ln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r>
              <a:rPr lang="es-ES" sz="2700" dirty="0">
                <a:latin typeface="Montserrat" panose="00000500000000000000" pitchFamily="2" charset="0"/>
              </a:rPr>
              <a:t>¿</a:t>
            </a:r>
            <a:r>
              <a:rPr lang="es-ES" sz="2700" dirty="0">
                <a:solidFill>
                  <a:srgbClr val="00B050"/>
                </a:solidFill>
                <a:latin typeface="Montserrat" panose="00000500000000000000" pitchFamily="2" charset="0"/>
              </a:rPr>
              <a:t>A qué hora </a:t>
            </a:r>
            <a:r>
              <a:rPr lang="es-ES" sz="2700" dirty="0">
                <a:latin typeface="Montserrat" panose="00000500000000000000" pitchFamily="2" charset="0"/>
              </a:rPr>
              <a:t>comes?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091" y="1356579"/>
            <a:ext cx="5114544" cy="340328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6743700"/>
            <a:ext cx="1951430" cy="191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1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98" r="16865" b="48307"/>
          <a:stretch/>
        </p:blipFill>
        <p:spPr>
          <a:xfrm>
            <a:off x="11909949" y="2717164"/>
            <a:ext cx="6378052" cy="756983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6" r="54903" b="48307"/>
          <a:stretch/>
        </p:blipFill>
        <p:spPr>
          <a:xfrm>
            <a:off x="830377" y="2755264"/>
            <a:ext cx="6858000" cy="7569836"/>
          </a:xfrm>
          <a:prstGeom prst="rect">
            <a:avLst/>
          </a:prstGeom>
        </p:spPr>
      </p:pic>
      <p:sp>
        <p:nvSpPr>
          <p:cNvPr id="14" name="13 Llamada rectangular redondeada"/>
          <p:cNvSpPr/>
          <p:nvPr/>
        </p:nvSpPr>
        <p:spPr>
          <a:xfrm>
            <a:off x="7108017" y="6545136"/>
            <a:ext cx="5465007" cy="3246564"/>
          </a:xfrm>
          <a:prstGeom prst="wedgeRoundRectCallout">
            <a:avLst>
              <a:gd name="adj1" fmla="val 59393"/>
              <a:gd name="adj2" fmla="val -24367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endParaRPr lang="es-ES" sz="2700" dirty="0">
              <a:latin typeface="Montserrat" panose="00000500000000000000" pitchFamily="2" charset="0"/>
            </a:endParaRPr>
          </a:p>
          <a:p>
            <a:pPr algn="ctr"/>
            <a:r>
              <a:rPr lang="es-ES" sz="2700" dirty="0">
                <a:latin typeface="Montserrat" panose="00000500000000000000" pitchFamily="2" charset="0"/>
              </a:rPr>
              <a:t>A las nueve y media</a:t>
            </a:r>
          </a:p>
        </p:txBody>
      </p:sp>
      <p:sp>
        <p:nvSpPr>
          <p:cNvPr id="8" name="7 Llamada rectangular redondeada"/>
          <p:cNvSpPr/>
          <p:nvPr/>
        </p:nvSpPr>
        <p:spPr>
          <a:xfrm>
            <a:off x="6250761" y="1104901"/>
            <a:ext cx="6965205" cy="5181599"/>
          </a:xfrm>
          <a:prstGeom prst="wedgeRoundRectCallout">
            <a:avLst>
              <a:gd name="adj1" fmla="val -62483"/>
              <a:gd name="adj2" fmla="val 47205"/>
              <a:gd name="adj3" fmla="val 16667"/>
            </a:avLst>
          </a:prstGeom>
          <a:ln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endParaRPr lang="es-ES" sz="2700" dirty="0"/>
          </a:p>
          <a:p>
            <a:pPr algn="ctr"/>
            <a:r>
              <a:rPr lang="es-ES" sz="2700" dirty="0">
                <a:latin typeface="Montserrat" panose="00000500000000000000" pitchFamily="2" charset="0"/>
              </a:rPr>
              <a:t>¿</a:t>
            </a:r>
            <a:r>
              <a:rPr lang="es-ES" sz="2700" dirty="0">
                <a:solidFill>
                  <a:srgbClr val="00B050"/>
                </a:solidFill>
                <a:latin typeface="Montserrat" panose="00000500000000000000" pitchFamily="2" charset="0"/>
              </a:rPr>
              <a:t>A qué hora </a:t>
            </a:r>
            <a:r>
              <a:rPr lang="es-ES" sz="2700" dirty="0">
                <a:latin typeface="Montserrat" panose="00000500000000000000" pitchFamily="2" charset="0"/>
              </a:rPr>
              <a:t>cierra tu tienda favorita?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377" y="1363536"/>
            <a:ext cx="4304285" cy="3398649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 rot="808993">
            <a:off x="8595439" y="2902317"/>
            <a:ext cx="133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De 10:00 a 21:30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6896100"/>
            <a:ext cx="1767525" cy="170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2" t="5684" r="72656" b="64754"/>
          <a:stretch/>
        </p:blipFill>
        <p:spPr>
          <a:xfrm>
            <a:off x="682929" y="2362915"/>
            <a:ext cx="2032385" cy="198281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515533" y="4484257"/>
            <a:ext cx="2214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solidFill>
                  <a:schemeClr val="accent5"/>
                </a:solidFill>
                <a:latin typeface="Montserrat" panose="00000500000000000000" pitchFamily="2" charset="0"/>
              </a:rPr>
              <a:t>Y cinco</a:t>
            </a:r>
            <a:endParaRPr lang="es-ES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3556886" y="3919654"/>
            <a:ext cx="18565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solidFill>
                  <a:schemeClr val="accent5"/>
                </a:solidFill>
                <a:latin typeface="Montserrat" panose="00000500000000000000" pitchFamily="2" charset="0"/>
              </a:rPr>
              <a:t>Y diez</a:t>
            </a:r>
            <a:endParaRPr lang="es-ES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6000546" y="4494441"/>
            <a:ext cx="25314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solidFill>
                  <a:schemeClr val="accent5"/>
                </a:solidFill>
                <a:latin typeface="Montserrat" panose="00000500000000000000" pitchFamily="2" charset="0"/>
              </a:rPr>
              <a:t>Y cuarto</a:t>
            </a:r>
            <a:endParaRPr lang="es-ES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8971187" y="4039419"/>
            <a:ext cx="24432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solidFill>
                  <a:schemeClr val="accent5"/>
                </a:solidFill>
                <a:latin typeface="Montserrat" panose="00000500000000000000" pitchFamily="2" charset="0"/>
              </a:rPr>
              <a:t>Y veinte</a:t>
            </a:r>
            <a:endParaRPr lang="es-ES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1504757" y="4642014"/>
            <a:ext cx="37769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solidFill>
                  <a:schemeClr val="accent5"/>
                </a:solidFill>
                <a:latin typeface="Montserrat" panose="00000500000000000000" pitchFamily="2" charset="0"/>
              </a:rPr>
              <a:t>Y veinticinco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5263609" y="3963834"/>
            <a:ext cx="24994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solidFill>
                  <a:schemeClr val="accent5"/>
                </a:solidFill>
                <a:latin typeface="Montserrat" panose="00000500000000000000" pitchFamily="2" charset="0"/>
              </a:rPr>
              <a:t>Y media</a:t>
            </a:r>
            <a:endParaRPr lang="es-ES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3897" y="8570874"/>
            <a:ext cx="327044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400" dirty="0">
                <a:latin typeface="Montserrat" panose="00000500000000000000" pitchFamily="2" charset="0"/>
              </a:rPr>
              <a:t>Menos </a:t>
            </a:r>
          </a:p>
          <a:p>
            <a:pPr algn="ctr"/>
            <a:r>
              <a:rPr lang="es-ES" sz="4400" dirty="0">
                <a:latin typeface="Montserrat" panose="00000500000000000000" pitchFamily="2" charset="0"/>
              </a:rPr>
              <a:t>veinticinco</a:t>
            </a:r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318039" y="7254995"/>
            <a:ext cx="22236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400" dirty="0">
                <a:latin typeface="Montserrat" panose="00000500000000000000" pitchFamily="2" charset="0"/>
              </a:rPr>
              <a:t>Menos </a:t>
            </a:r>
          </a:p>
          <a:p>
            <a:pPr algn="ctr"/>
            <a:r>
              <a:rPr lang="es-ES" sz="4400" dirty="0">
                <a:latin typeface="Montserrat" panose="00000500000000000000" pitchFamily="2" charset="0"/>
              </a:rPr>
              <a:t>veinte</a:t>
            </a:r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5963311" y="8595636"/>
            <a:ext cx="22236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400" dirty="0">
                <a:latin typeface="Montserrat" panose="00000500000000000000" pitchFamily="2" charset="0"/>
              </a:rPr>
              <a:t>Menos </a:t>
            </a:r>
          </a:p>
          <a:p>
            <a:pPr algn="ctr"/>
            <a:r>
              <a:rPr lang="es-ES" sz="4400" dirty="0">
                <a:latin typeface="Montserrat" panose="00000500000000000000" pitchFamily="2" charset="0"/>
              </a:rPr>
              <a:t>cuarto</a:t>
            </a:r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9007603" y="7680852"/>
            <a:ext cx="22236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400" dirty="0">
                <a:latin typeface="Montserrat" panose="00000500000000000000" pitchFamily="2" charset="0"/>
              </a:rPr>
              <a:t>Menos </a:t>
            </a:r>
          </a:p>
          <a:p>
            <a:pPr algn="ctr"/>
            <a:r>
              <a:rPr lang="es-ES" sz="4400" dirty="0">
                <a:latin typeface="Montserrat" panose="00000500000000000000" pitchFamily="2" charset="0"/>
              </a:rPr>
              <a:t>diez</a:t>
            </a:r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12322078" y="8655876"/>
            <a:ext cx="22236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400" dirty="0">
                <a:latin typeface="Montserrat" panose="00000500000000000000" pitchFamily="2" charset="0"/>
              </a:rPr>
              <a:t>Menos </a:t>
            </a:r>
          </a:p>
          <a:p>
            <a:pPr algn="ctr"/>
            <a:r>
              <a:rPr lang="es-ES" sz="4400" dirty="0">
                <a:latin typeface="Montserrat" panose="00000500000000000000" pitchFamily="2" charset="0"/>
              </a:rPr>
              <a:t>cinco</a:t>
            </a:r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5104110" y="7476961"/>
            <a:ext cx="28184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latin typeface="Montserrat" panose="00000500000000000000" pitchFamily="2" charset="0"/>
              </a:rPr>
              <a:t>En punto</a:t>
            </a:r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355586" y="284245"/>
            <a:ext cx="411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b="1" dirty="0">
                <a:latin typeface="Montserrat" panose="00000500000000000000" pitchFamily="2" charset="0"/>
              </a:rPr>
              <a:t>Recuerda…</a:t>
            </a: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2" t="5315" r="49896" b="65123"/>
          <a:stretch/>
        </p:blipFill>
        <p:spPr>
          <a:xfrm>
            <a:off x="3463445" y="1743093"/>
            <a:ext cx="2032385" cy="1982815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9" t="6258" r="27129" b="64180"/>
          <a:stretch/>
        </p:blipFill>
        <p:spPr>
          <a:xfrm>
            <a:off x="6176143" y="2496254"/>
            <a:ext cx="2032385" cy="1982815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22" t="5103" r="3706" b="65335"/>
          <a:stretch/>
        </p:blipFill>
        <p:spPr>
          <a:xfrm>
            <a:off x="9176643" y="1715879"/>
            <a:ext cx="2032385" cy="1982815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t="33750" r="72179" b="36688"/>
          <a:stretch/>
        </p:blipFill>
        <p:spPr>
          <a:xfrm>
            <a:off x="12417729" y="2274478"/>
            <a:ext cx="2032385" cy="1982815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0" t="34478" r="49928" b="35960"/>
          <a:stretch/>
        </p:blipFill>
        <p:spPr>
          <a:xfrm>
            <a:off x="15497118" y="1588153"/>
            <a:ext cx="2032385" cy="1982815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3" t="35255" r="27015" b="35183"/>
          <a:stretch/>
        </p:blipFill>
        <p:spPr>
          <a:xfrm>
            <a:off x="655452" y="6588059"/>
            <a:ext cx="2032385" cy="1982815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8" t="35397" r="3850" b="35041"/>
          <a:stretch/>
        </p:blipFill>
        <p:spPr>
          <a:xfrm>
            <a:off x="3381099" y="5382309"/>
            <a:ext cx="2032385" cy="1982815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" t="64513" r="72702" b="5925"/>
          <a:stretch/>
        </p:blipFill>
        <p:spPr>
          <a:xfrm>
            <a:off x="6244121" y="6387477"/>
            <a:ext cx="2032385" cy="1982815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5" t="65584" r="49853" b="4854"/>
          <a:stretch/>
        </p:blipFill>
        <p:spPr>
          <a:xfrm>
            <a:off x="8953723" y="5574069"/>
            <a:ext cx="2032385" cy="1982815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9" t="64180" r="26909" b="6258"/>
          <a:stretch/>
        </p:blipFill>
        <p:spPr>
          <a:xfrm>
            <a:off x="12417729" y="6263587"/>
            <a:ext cx="2032385" cy="1982815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11" t="64621" r="3417" b="5817"/>
          <a:stretch/>
        </p:blipFill>
        <p:spPr>
          <a:xfrm>
            <a:off x="15497118" y="5428764"/>
            <a:ext cx="2032385" cy="198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4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1752600" y="4081671"/>
            <a:ext cx="6477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latin typeface="Montserrat" panose="00000500000000000000" pitchFamily="2" charset="0"/>
              </a:rPr>
              <a:t>¿Qué haces a las…?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321245"/>
            <a:ext cx="5857875" cy="564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6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1752600" y="4081671"/>
            <a:ext cx="6477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latin typeface="Montserrat" panose="00000500000000000000" pitchFamily="2" charset="0"/>
              </a:rPr>
              <a:t>¿Qué haces a las…?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247900"/>
            <a:ext cx="5623205" cy="537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4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1752600" y="4081671"/>
            <a:ext cx="6477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latin typeface="Montserrat" panose="00000500000000000000" pitchFamily="2" charset="0"/>
              </a:rPr>
              <a:t>¿Qué haces a las…?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47900"/>
            <a:ext cx="5411777" cy="533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6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91</Words>
  <Application>Microsoft Office PowerPoint</Application>
  <PresentationFormat>Personalizado</PresentationFormat>
  <Paragraphs>66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Montserrat</vt:lpstr>
      <vt:lpstr>Montserrat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 DEF NUEVO COMPAÑEROS</dc:title>
  <cp:lastModifiedBy>Yolanda PRIETO RINCON</cp:lastModifiedBy>
  <cp:revision>38</cp:revision>
  <dcterms:created xsi:type="dcterms:W3CDTF">2006-08-16T00:00:00Z</dcterms:created>
  <dcterms:modified xsi:type="dcterms:W3CDTF">2026-06-11T11:26:40Z</dcterms:modified>
  <dc:identifier>DAElTHpWEqc</dc:identifier>
</cp:coreProperties>
</file>