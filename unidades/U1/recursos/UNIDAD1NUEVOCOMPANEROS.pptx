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69" r:id="rId12"/>
    <p:sldId id="270" r:id="rId13"/>
    <p:sldId id="271" r:id="rId14"/>
    <p:sldId id="266" r:id="rId15"/>
    <p:sldId id="267" r:id="rId16"/>
    <p:sldId id="272" r:id="rId17"/>
    <p:sldId id="282" r:id="rId18"/>
    <p:sldId id="274" r:id="rId19"/>
    <p:sldId id="275" r:id="rId20"/>
    <p:sldId id="276" r:id="rId21"/>
    <p:sldId id="278" r:id="rId22"/>
    <p:sldId id="280" r:id="rId23"/>
  </p:sldIdLst>
  <p:sldSz cx="18288000" cy="10287000"/>
  <p:notesSz cx="6858000" cy="9144000"/>
  <p:embeddedFontLst>
    <p:embeddedFont>
      <p:font typeface="Montserrat Bold" panose="020B0604020202020204" charset="0"/>
      <p:bold r:id="rId24"/>
    </p:embeddedFont>
    <p:embeddedFont>
      <p:font typeface="Montserrat" panose="020B0604020202020204" charset="0"/>
      <p:regular r:id="rId25"/>
      <p:bold r:id="rId26"/>
      <p:italic r:id="rId27"/>
      <p:boldItalic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Arial Unicode MS" panose="020B0604020202020204" pitchFamily="34" charset="-128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DF4"/>
    <a:srgbClr val="D0D8E8"/>
    <a:srgbClr val="4F81BD"/>
    <a:srgbClr val="AD21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748" y="44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sv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sv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png"/><Relationship Id="rId3" Type="http://schemas.openxmlformats.org/officeDocument/2006/relationships/image" Target="../media/image2.svg"/><Relationship Id="rId12" Type="http://schemas.openxmlformats.org/officeDocument/2006/relationships/image" Target="../media/image31.png"/><Relationship Id="rId7" Type="http://schemas.openxmlformats.org/officeDocument/2006/relationships/image" Target="../media/image6.svg"/><Relationship Id="rId2" Type="http://schemas.openxmlformats.org/officeDocument/2006/relationships/image" Target="../media/image29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2.svg"/><Relationship Id="rId4" Type="http://schemas.openxmlformats.org/officeDocument/2006/relationships/image" Target="../media/image30.png"/><Relationship Id="rId14" Type="http://schemas.openxmlformats.org/officeDocument/2006/relationships/image" Target="../media/image33.png"/><Relationship Id="rId9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58116"/>
            <a:ext cx="6537006" cy="484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268"/>
              </a:lnSpc>
            </a:pPr>
            <a:r>
              <a:rPr lang="en-US" sz="6500" dirty="0">
                <a:solidFill>
                  <a:srgbClr val="191769"/>
                </a:solidFill>
                <a:latin typeface="Montserrat Bold"/>
              </a:rPr>
              <a:t>NUEVO COMPAÑEROS</a:t>
            </a:r>
          </a:p>
          <a:p>
            <a:pPr>
              <a:lnSpc>
                <a:spcPts val="6268"/>
              </a:lnSpc>
            </a:pPr>
            <a:endParaRPr lang="en-US" sz="6500" dirty="0">
              <a:solidFill>
                <a:srgbClr val="191769"/>
              </a:solidFill>
              <a:latin typeface="Montserrat Bold"/>
            </a:endParaRPr>
          </a:p>
          <a:p>
            <a:pPr>
              <a:lnSpc>
                <a:spcPts val="6268"/>
              </a:lnSpc>
            </a:pPr>
            <a:r>
              <a:rPr lang="en-US" sz="6500" dirty="0">
                <a:solidFill>
                  <a:srgbClr val="191769"/>
                </a:solidFill>
                <a:latin typeface="Montserrat Bold"/>
              </a:rPr>
              <a:t>Los </a:t>
            </a:r>
            <a:r>
              <a:rPr lang="en-US" sz="6500" dirty="0" err="1">
                <a:solidFill>
                  <a:srgbClr val="191769"/>
                </a:solidFill>
                <a:latin typeface="Montserrat Bold"/>
              </a:rPr>
              <a:t>colores</a:t>
            </a:r>
            <a:endParaRPr lang="en-US" sz="6500" dirty="0">
              <a:solidFill>
                <a:srgbClr val="191769"/>
              </a:solidFill>
              <a:latin typeface="Montserrat Bold"/>
            </a:endParaRPr>
          </a:p>
          <a:p>
            <a:pPr>
              <a:lnSpc>
                <a:spcPts val="6268"/>
              </a:lnSpc>
            </a:pPr>
            <a:endParaRPr lang="en-US" sz="6332" dirty="0">
              <a:solidFill>
                <a:srgbClr val="191769"/>
              </a:solidFill>
              <a:latin typeface="Montserrat Bold"/>
            </a:endParaRPr>
          </a:p>
          <a:p>
            <a:pPr marL="0" lvl="0" indent="0" algn="l">
              <a:lnSpc>
                <a:spcPts val="6268"/>
              </a:lnSpc>
              <a:spcBef>
                <a:spcPct val="0"/>
              </a:spcBef>
            </a:pPr>
            <a:endParaRPr lang="en-US" sz="6332" dirty="0">
              <a:solidFill>
                <a:srgbClr val="191769"/>
              </a:solidFill>
              <a:latin typeface="Montserrat Bold"/>
            </a:endParaRPr>
          </a:p>
        </p:txBody>
      </p:sp>
      <p:grpSp>
        <p:nvGrpSpPr>
          <p:cNvPr id="19" name="Grupo 18"/>
          <p:cNvGrpSpPr/>
          <p:nvPr/>
        </p:nvGrpSpPr>
        <p:grpSpPr>
          <a:xfrm>
            <a:off x="5029200" y="-22339"/>
            <a:ext cx="13279131" cy="10327059"/>
            <a:chOff x="5029200" y="-22339"/>
            <a:chExt cx="13279131" cy="10327059"/>
          </a:xfrm>
        </p:grpSpPr>
        <p:sp>
          <p:nvSpPr>
            <p:cNvPr id="3" name="AutoShape 3"/>
            <p:cNvSpPr/>
            <p:nvPr/>
          </p:nvSpPr>
          <p:spPr>
            <a:xfrm>
              <a:off x="7985449" y="4123186"/>
              <a:ext cx="2057711" cy="2054605"/>
            </a:xfrm>
            <a:prstGeom prst="rect">
              <a:avLst/>
            </a:prstGeom>
            <a:solidFill>
              <a:srgbClr val="62A25D"/>
            </a:solidFill>
          </p:spPr>
        </p:sp>
        <p:sp>
          <p:nvSpPr>
            <p:cNvPr id="4" name="AutoShape 4"/>
            <p:cNvSpPr/>
            <p:nvPr/>
          </p:nvSpPr>
          <p:spPr>
            <a:xfrm>
              <a:off x="5029200" y="7311860"/>
              <a:ext cx="1781447" cy="2971276"/>
            </a:xfrm>
            <a:prstGeom prst="rect">
              <a:avLst/>
            </a:prstGeom>
            <a:solidFill>
              <a:srgbClr val="FFC924"/>
            </a:solidFill>
          </p:spPr>
        </p: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2"/>
            <a:srcRect l="18532" t="17112" r="16502" b="16298"/>
            <a:stretch>
              <a:fillRect/>
            </a:stretch>
          </p:blipFill>
          <p:spPr>
            <a:xfrm>
              <a:off x="16223290" y="8157461"/>
              <a:ext cx="2077599" cy="2129539"/>
            </a:xfrm>
            <a:prstGeom prst="rect">
              <a:avLst/>
            </a:prstGeom>
          </p:spPr>
        </p:pic>
        <p:sp>
          <p:nvSpPr>
            <p:cNvPr id="14" name="AutoShape 14"/>
            <p:cNvSpPr/>
            <p:nvPr/>
          </p:nvSpPr>
          <p:spPr>
            <a:xfrm>
              <a:off x="16108355" y="6205030"/>
              <a:ext cx="2172646" cy="1984405"/>
            </a:xfrm>
            <a:prstGeom prst="rect">
              <a:avLst/>
            </a:prstGeom>
            <a:solidFill>
              <a:srgbClr val="92EDD3"/>
            </a:solidFill>
          </p:spPr>
        </p:sp>
        <p:pic>
          <p:nvPicPr>
            <p:cNvPr id="15" name="Imagen 14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019" t="9903" r="31237" b="31593"/>
            <a:stretch/>
          </p:blipFill>
          <p:spPr>
            <a:xfrm>
              <a:off x="12100870" y="6145933"/>
              <a:ext cx="4007484" cy="4141067"/>
            </a:xfrm>
            <a:prstGeom prst="rect">
              <a:avLst/>
            </a:prstGeom>
          </p:spPr>
        </p:pic>
        <p:sp>
          <p:nvSpPr>
            <p:cNvPr id="5" name="AutoShape 5"/>
            <p:cNvSpPr/>
            <p:nvPr/>
          </p:nvSpPr>
          <p:spPr>
            <a:xfrm>
              <a:off x="9899516" y="6173772"/>
              <a:ext cx="2231153" cy="4130948"/>
            </a:xfrm>
            <a:prstGeom prst="rect">
              <a:avLst/>
            </a:prstGeom>
            <a:solidFill>
              <a:srgbClr val="FDCBDF"/>
            </a:solidFill>
          </p:spPr>
        </p:sp>
        <p:pic>
          <p:nvPicPr>
            <p:cNvPr id="16" name="Imagen 15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23" t="-101" r="23555" b="34064"/>
            <a:stretch/>
          </p:blipFill>
          <p:spPr>
            <a:xfrm>
              <a:off x="13271689" y="0"/>
              <a:ext cx="5029200" cy="4267200"/>
            </a:xfrm>
            <a:prstGeom prst="rect">
              <a:avLst/>
            </a:prstGeom>
          </p:spPr>
        </p:pic>
        <p:sp>
          <p:nvSpPr>
            <p:cNvPr id="7" name="AutoShape 7"/>
            <p:cNvSpPr/>
            <p:nvPr/>
          </p:nvSpPr>
          <p:spPr>
            <a:xfrm>
              <a:off x="11642565" y="-22339"/>
              <a:ext cx="2057711" cy="2068582"/>
            </a:xfrm>
            <a:prstGeom prst="rect">
              <a:avLst/>
            </a:prstGeom>
            <a:solidFill>
              <a:srgbClr val="469BD8"/>
            </a:solidFill>
          </p:spPr>
        </p:sp>
        <p:pic>
          <p:nvPicPr>
            <p:cNvPr id="17" name="Imagen 16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85" t="18889" r="28271" b="27778"/>
            <a:stretch/>
          </p:blipFill>
          <p:spPr>
            <a:xfrm>
              <a:off x="6248400" y="6177797"/>
              <a:ext cx="4223347" cy="4109203"/>
            </a:xfrm>
            <a:prstGeom prst="rect">
              <a:avLst/>
            </a:prstGeom>
          </p:spPr>
        </p:pic>
        <p:pic>
          <p:nvPicPr>
            <p:cNvPr id="18" name="Imagen 17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318" t="2592" r="42592" b="42592"/>
            <a:stretch/>
          </p:blipFill>
          <p:spPr>
            <a:xfrm>
              <a:off x="9524842" y="1593358"/>
              <a:ext cx="4175434" cy="4611672"/>
            </a:xfrm>
            <a:prstGeom prst="rect">
              <a:avLst/>
            </a:prstGeom>
          </p:spPr>
        </p:pic>
        <p:sp>
          <p:nvSpPr>
            <p:cNvPr id="6" name="AutoShape 6"/>
            <p:cNvSpPr/>
            <p:nvPr/>
          </p:nvSpPr>
          <p:spPr>
            <a:xfrm>
              <a:off x="13694276" y="4134675"/>
              <a:ext cx="4614055" cy="2054605"/>
            </a:xfrm>
            <a:prstGeom prst="rect">
              <a:avLst/>
            </a:prstGeom>
            <a:solidFill>
              <a:srgbClr val="29285D"/>
            </a:solidFill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6705598" y="1028700"/>
            <a:ext cx="5152403" cy="5481279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0" y="7538678"/>
            <a:ext cx="182880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 err="1">
                <a:latin typeface="Montserrat Bold"/>
              </a:rPr>
              <a:t>amarillo</a:t>
            </a:r>
            <a:r>
              <a:rPr lang="en-US" sz="10399" spc="-259" dirty="0">
                <a:latin typeface="Montserrat Bold"/>
              </a:rPr>
              <a:t>/a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418352" y="2369699"/>
            <a:ext cx="4307296" cy="4289349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>
            <a:fillRect/>
          </a:stretch>
        </p:blipFill>
        <p:spPr>
          <a:xfrm>
            <a:off x="11748965" y="2470700"/>
            <a:ext cx="3934070" cy="408734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0" y="7933924"/>
            <a:ext cx="914400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>
                <a:solidFill>
                  <a:schemeClr val="accent1"/>
                </a:solidFill>
                <a:latin typeface="Montserrat Bold"/>
              </a:rPr>
              <a:t>El</a:t>
            </a:r>
            <a:r>
              <a:rPr lang="en-US" sz="6499" spc="-162" dirty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6499" spc="-162" dirty="0">
                <a:latin typeface="Montserrat Bold"/>
              </a:rPr>
              <a:t>sol </a:t>
            </a:r>
            <a:r>
              <a:rPr lang="en-US" sz="6499" spc="-162" dirty="0" err="1">
                <a:latin typeface="Montserrat Bold"/>
              </a:rPr>
              <a:t>es</a:t>
            </a:r>
            <a:r>
              <a:rPr lang="en-US" sz="6499" spc="-162" dirty="0"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amarill</a:t>
            </a:r>
            <a:r>
              <a:rPr lang="en-US" sz="6499" spc="-162" dirty="0" err="1">
                <a:solidFill>
                  <a:schemeClr val="accent1"/>
                </a:solidFill>
                <a:latin typeface="Montserrat Bold"/>
              </a:rPr>
              <a:t>o</a:t>
            </a:r>
            <a:endParaRPr lang="en-US" sz="6499" spc="-162" dirty="0">
              <a:solidFill>
                <a:schemeClr val="accent1"/>
              </a:solidFill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4000" y="7933924"/>
            <a:ext cx="914400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500" spc="-162" dirty="0">
                <a:solidFill>
                  <a:schemeClr val="accent1"/>
                </a:solidFill>
                <a:latin typeface="Montserrat Bold"/>
              </a:rPr>
              <a:t>La</a:t>
            </a:r>
            <a:r>
              <a:rPr lang="en-US" sz="6500" spc="-162" dirty="0">
                <a:solidFill>
                  <a:srgbClr val="000000"/>
                </a:solidFill>
                <a:latin typeface="Montserrat Bold"/>
              </a:rPr>
              <a:t> </a:t>
            </a:r>
            <a:r>
              <a:rPr lang="en-US" sz="6500" spc="-162" dirty="0">
                <a:latin typeface="Montserrat Bold"/>
              </a:rPr>
              <a:t>flor </a:t>
            </a:r>
            <a:r>
              <a:rPr lang="en-US" sz="6500" spc="-162" dirty="0" err="1">
                <a:latin typeface="Montserrat Bold"/>
              </a:rPr>
              <a:t>es</a:t>
            </a:r>
            <a:r>
              <a:rPr lang="en-US" sz="6500" spc="-162" dirty="0">
                <a:latin typeface="Montserrat Bold"/>
              </a:rPr>
              <a:t> </a:t>
            </a:r>
            <a:r>
              <a:rPr lang="en-US" sz="6500" spc="-162" dirty="0" err="1">
                <a:latin typeface="Montserrat Bold"/>
              </a:rPr>
              <a:t>amarill</a:t>
            </a:r>
            <a:r>
              <a:rPr lang="en-US" sz="6500" spc="-162" dirty="0" err="1">
                <a:solidFill>
                  <a:schemeClr val="accent1"/>
                </a:solidFill>
                <a:latin typeface="Montserrat Bold"/>
              </a:rPr>
              <a:t>a</a:t>
            </a:r>
            <a:endParaRPr lang="en-US" sz="6500" spc="-162" dirty="0">
              <a:solidFill>
                <a:schemeClr val="accent1"/>
              </a:solidFill>
              <a:latin typeface="Montserrat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7162800" y="1412685"/>
            <a:ext cx="4648200" cy="4944893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0" y="7552563"/>
            <a:ext cx="18287999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>
                <a:latin typeface="Montserrat Bold"/>
              </a:rPr>
              <a:t>negro/a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10673633" y="2453638"/>
            <a:ext cx="6084732" cy="4114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>
          <a:xfrm>
            <a:off x="914400" y="3562192"/>
            <a:ext cx="7315200" cy="1897693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0" y="7997483"/>
            <a:ext cx="914400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>
                <a:solidFill>
                  <a:schemeClr val="accent1"/>
                </a:solidFill>
                <a:latin typeface="Montserrat Bold"/>
              </a:rPr>
              <a:t>El</a:t>
            </a:r>
            <a:r>
              <a:rPr lang="en-US" sz="6499" spc="-162" dirty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coche</a:t>
            </a:r>
            <a:r>
              <a:rPr lang="en-US" sz="6499" spc="-162" dirty="0"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es</a:t>
            </a:r>
            <a:r>
              <a:rPr lang="en-US" sz="6499" spc="-162" dirty="0">
                <a:latin typeface="Montserrat Bold"/>
              </a:rPr>
              <a:t> negr</a:t>
            </a:r>
            <a:r>
              <a:rPr lang="en-US" sz="6499" spc="-162" dirty="0">
                <a:solidFill>
                  <a:schemeClr val="accent1"/>
                </a:solidFill>
                <a:latin typeface="Montserrat Bold"/>
              </a:rPr>
              <a:t>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3999" y="8019757"/>
            <a:ext cx="9144001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500" spc="-162" dirty="0">
                <a:solidFill>
                  <a:schemeClr val="accent1"/>
                </a:solidFill>
                <a:latin typeface="Montserrat Bold"/>
              </a:rPr>
              <a:t>La</a:t>
            </a:r>
            <a:r>
              <a:rPr lang="en-US" sz="6500" spc="-162" dirty="0">
                <a:solidFill>
                  <a:srgbClr val="000000"/>
                </a:solidFill>
                <a:latin typeface="Montserrat Bold"/>
              </a:rPr>
              <a:t> </a:t>
            </a:r>
            <a:r>
              <a:rPr lang="en-US" sz="6500" spc="-162" dirty="0" err="1">
                <a:latin typeface="Montserrat Bold"/>
              </a:rPr>
              <a:t>pizarra</a:t>
            </a:r>
            <a:r>
              <a:rPr lang="en-US" sz="6500" spc="-162" dirty="0">
                <a:latin typeface="Montserrat Bold"/>
              </a:rPr>
              <a:t> </a:t>
            </a:r>
            <a:r>
              <a:rPr lang="en-US" sz="6500" spc="-162" dirty="0" err="1">
                <a:latin typeface="Montserrat Bold"/>
              </a:rPr>
              <a:t>es</a:t>
            </a:r>
            <a:r>
              <a:rPr lang="en-US" sz="6500" spc="-162" dirty="0">
                <a:latin typeface="Montserrat Bold"/>
              </a:rPr>
              <a:t> </a:t>
            </a:r>
            <a:r>
              <a:rPr lang="en-US" sz="6500" spc="-162" dirty="0" err="1">
                <a:latin typeface="Montserrat Bold"/>
              </a:rPr>
              <a:t>negr</a:t>
            </a:r>
            <a:r>
              <a:rPr lang="en-US" sz="6500" spc="-162" dirty="0" err="1">
                <a:solidFill>
                  <a:schemeClr val="accent1"/>
                </a:solidFill>
                <a:latin typeface="Montserrat Bold"/>
              </a:rPr>
              <a:t>a</a:t>
            </a:r>
            <a:endParaRPr lang="en-US" sz="6500" spc="-162" dirty="0">
              <a:solidFill>
                <a:schemeClr val="accent1"/>
              </a:solidFill>
              <a:latin typeface="Montserrat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7010400" y="1104900"/>
            <a:ext cx="4800600" cy="510702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269581" y="7644242"/>
            <a:ext cx="13748837" cy="1137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 err="1">
                <a:latin typeface="Montserrat Bold" panose="020B0604020202020204" charset="0"/>
              </a:rPr>
              <a:t>azul</a:t>
            </a:r>
            <a:endParaRPr lang="en-US" sz="10399" spc="-259" dirty="0">
              <a:latin typeface="Montserrat Bold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>
          <a:xfrm>
            <a:off x="11461733" y="1900237"/>
            <a:ext cx="4508534" cy="4294378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0" y="7853490"/>
            <a:ext cx="914400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>
                <a:solidFill>
                  <a:schemeClr val="accent1"/>
                </a:solidFill>
                <a:latin typeface="Montserrat Bold"/>
              </a:rPr>
              <a:t>El</a:t>
            </a:r>
            <a:r>
              <a:rPr lang="en-US" sz="6499" spc="-162" dirty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corazón</a:t>
            </a:r>
            <a:r>
              <a:rPr lang="en-US" sz="6499" spc="-162" dirty="0"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es</a:t>
            </a:r>
            <a:r>
              <a:rPr lang="en-US" sz="6499" spc="-162" dirty="0">
                <a:latin typeface="Montserrat Bold"/>
              </a:rPr>
              <a:t> </a:t>
            </a:r>
            <a:r>
              <a:rPr lang="en-US" sz="6499" spc="-162" dirty="0" err="1">
                <a:solidFill>
                  <a:srgbClr val="000000"/>
                </a:solidFill>
                <a:latin typeface="Montserrat Bold"/>
              </a:rPr>
              <a:t>azul</a:t>
            </a:r>
            <a:endParaRPr lang="en-US" sz="6499" spc="-162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4000" y="7853490"/>
            <a:ext cx="914400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499" spc="-162" dirty="0">
                <a:solidFill>
                  <a:schemeClr val="accent1"/>
                </a:solidFill>
                <a:latin typeface="Montserrat Bold"/>
              </a:rPr>
              <a:t>La</a:t>
            </a:r>
            <a:r>
              <a:rPr lang="en-US" sz="6500" spc="-162" dirty="0">
                <a:solidFill>
                  <a:srgbClr val="000000"/>
                </a:solidFill>
                <a:latin typeface="Montserrat Bold"/>
              </a:rPr>
              <a:t> </a:t>
            </a:r>
            <a:r>
              <a:rPr lang="en-US" sz="6500" spc="-162" dirty="0" err="1">
                <a:latin typeface="Montserrat Bold"/>
              </a:rPr>
              <a:t>estrella</a:t>
            </a:r>
            <a:r>
              <a:rPr lang="en-US" sz="6500" spc="-162" dirty="0">
                <a:latin typeface="Montserrat Bold"/>
              </a:rPr>
              <a:t> </a:t>
            </a:r>
            <a:r>
              <a:rPr lang="en-US" sz="6500" spc="-162" dirty="0" err="1">
                <a:latin typeface="Montserrat Bold"/>
              </a:rPr>
              <a:t>es</a:t>
            </a:r>
            <a:r>
              <a:rPr lang="en-US" sz="6500" spc="-162" dirty="0">
                <a:latin typeface="Montserrat Bold"/>
              </a:rPr>
              <a:t> </a:t>
            </a:r>
            <a:r>
              <a:rPr lang="en-US" sz="6500" spc="-162" dirty="0" err="1">
                <a:solidFill>
                  <a:srgbClr val="000000"/>
                </a:solidFill>
                <a:latin typeface="Montserrat Bold"/>
              </a:rPr>
              <a:t>azul</a:t>
            </a:r>
            <a:endParaRPr lang="en-US" sz="6500" spc="-162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8" name="Corazón 7"/>
          <p:cNvSpPr/>
          <p:nvPr/>
        </p:nvSpPr>
        <p:spPr>
          <a:xfrm>
            <a:off x="2476500" y="2765615"/>
            <a:ext cx="4191000" cy="3429000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7010400" y="1257300"/>
            <a:ext cx="4495800" cy="478276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0" y="7594820"/>
            <a:ext cx="18287999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 err="1">
                <a:latin typeface="Montserrat Bold" panose="020B0604020202020204" charset="0"/>
              </a:rPr>
              <a:t>marrón</a:t>
            </a:r>
            <a:endParaRPr lang="en-US" sz="10399" spc="-259" dirty="0">
              <a:latin typeface="Montserrat Bold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10822808" y="2918451"/>
            <a:ext cx="5803965" cy="3524589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>
          <a:xfrm>
            <a:off x="2934871" y="2328240"/>
            <a:ext cx="3291840" cy="4114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-1" y="7991640"/>
            <a:ext cx="9161585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>
                <a:solidFill>
                  <a:schemeClr val="accent1"/>
                </a:solidFill>
                <a:latin typeface="Montserrat Bold"/>
              </a:rPr>
              <a:t>El</a:t>
            </a:r>
            <a:r>
              <a:rPr lang="en-US" sz="6499" spc="-162" dirty="0"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libro</a:t>
            </a:r>
            <a:r>
              <a:rPr lang="en-US" sz="6499" spc="-162" dirty="0"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es</a:t>
            </a:r>
            <a:r>
              <a:rPr lang="en-US" sz="6499" spc="-162" dirty="0"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marrón</a:t>
            </a:r>
            <a:endParaRPr lang="en-US" sz="6499" spc="-162" dirty="0"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61583" y="7991640"/>
            <a:ext cx="9126417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499" spc="-162" dirty="0">
                <a:solidFill>
                  <a:schemeClr val="accent1"/>
                </a:solidFill>
                <a:latin typeface="Montserrat Bold"/>
              </a:rPr>
              <a:t>La</a:t>
            </a:r>
            <a:r>
              <a:rPr lang="en-US" sz="6500" spc="-162" dirty="0">
                <a:solidFill>
                  <a:srgbClr val="000000"/>
                </a:solidFill>
                <a:latin typeface="Montserrat Bold"/>
              </a:rPr>
              <a:t> </a:t>
            </a:r>
            <a:r>
              <a:rPr lang="en-US" sz="6500" spc="-162" dirty="0">
                <a:latin typeface="Montserrat Bold"/>
              </a:rPr>
              <a:t>mesa </a:t>
            </a:r>
            <a:r>
              <a:rPr lang="en-US" sz="6500" spc="-162" dirty="0" err="1">
                <a:latin typeface="Montserrat Bold"/>
              </a:rPr>
              <a:t>es</a:t>
            </a:r>
            <a:r>
              <a:rPr lang="en-US" sz="6500" spc="-162" dirty="0">
                <a:latin typeface="Montserrat Bold"/>
              </a:rPr>
              <a:t> </a:t>
            </a:r>
            <a:r>
              <a:rPr lang="en-US" sz="6500" spc="-162" dirty="0" err="1">
                <a:solidFill>
                  <a:srgbClr val="000000"/>
                </a:solidFill>
                <a:latin typeface="Montserrat Bold"/>
              </a:rPr>
              <a:t>marrón</a:t>
            </a:r>
            <a:endParaRPr lang="en-US" sz="6500" spc="-162" dirty="0">
              <a:solidFill>
                <a:srgbClr val="000000"/>
              </a:solidFill>
              <a:latin typeface="Montserrat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6858000" y="1104900"/>
            <a:ext cx="5105400" cy="5431277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0" y="7777795"/>
            <a:ext cx="182880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 err="1">
                <a:latin typeface="Montserrat Bold"/>
              </a:rPr>
              <a:t>rojo</a:t>
            </a:r>
            <a:r>
              <a:rPr lang="en-US" sz="10399" spc="-259" dirty="0">
                <a:latin typeface="Montserrat Bold"/>
              </a:rPr>
              <a:t>/a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0" y="8054340"/>
            <a:ext cx="914400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>
                <a:solidFill>
                  <a:schemeClr val="accent1"/>
                </a:solidFill>
                <a:latin typeface="Montserrat Bold"/>
              </a:rPr>
              <a:t>El</a:t>
            </a:r>
            <a:r>
              <a:rPr lang="en-US" sz="6499" spc="-162" dirty="0">
                <a:latin typeface="Montserrat Bold"/>
              </a:rPr>
              <a:t> </a:t>
            </a:r>
            <a:r>
              <a:rPr lang="en-US" sz="6499" spc="-162" dirty="0" err="1" smtClean="0">
                <a:latin typeface="Montserrat Bold"/>
              </a:rPr>
              <a:t>tomate</a:t>
            </a:r>
            <a:r>
              <a:rPr lang="en-US" sz="6499" spc="-162" dirty="0" smtClean="0"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es</a:t>
            </a:r>
            <a:r>
              <a:rPr lang="en-US" sz="6499" spc="-162" dirty="0"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roj</a:t>
            </a:r>
            <a:r>
              <a:rPr lang="en-US" sz="6499" spc="-162" dirty="0" err="1">
                <a:solidFill>
                  <a:schemeClr val="accent1"/>
                </a:solidFill>
                <a:latin typeface="Montserrat Bold"/>
              </a:rPr>
              <a:t>o</a:t>
            </a:r>
            <a:endParaRPr lang="en-US" sz="6499" spc="-162" dirty="0">
              <a:solidFill>
                <a:schemeClr val="accent1"/>
              </a:solidFill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4000" y="8054339"/>
            <a:ext cx="914400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499" spc="-162" dirty="0">
                <a:solidFill>
                  <a:schemeClr val="accent1"/>
                </a:solidFill>
                <a:latin typeface="Montserrat Bold"/>
              </a:rPr>
              <a:t>La</a:t>
            </a:r>
            <a:r>
              <a:rPr lang="en-US" sz="6500" spc="-162" dirty="0">
                <a:latin typeface="Montserrat Bold"/>
              </a:rPr>
              <a:t> </a:t>
            </a:r>
            <a:r>
              <a:rPr lang="en-US" sz="6500" spc="-162" dirty="0" err="1" smtClean="0">
                <a:latin typeface="Montserrat Bold"/>
              </a:rPr>
              <a:t>fresa</a:t>
            </a:r>
            <a:r>
              <a:rPr lang="en-US" sz="6500" spc="-162" dirty="0" smtClean="0">
                <a:latin typeface="Montserrat Bold"/>
              </a:rPr>
              <a:t> </a:t>
            </a:r>
            <a:r>
              <a:rPr lang="en-US" sz="6500" spc="-162" dirty="0" err="1">
                <a:latin typeface="Montserrat Bold"/>
              </a:rPr>
              <a:t>es</a:t>
            </a:r>
            <a:r>
              <a:rPr lang="en-US" sz="6500" spc="-162" dirty="0"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roj</a:t>
            </a:r>
            <a:r>
              <a:rPr lang="en-US" sz="6499" spc="-162" dirty="0" err="1">
                <a:solidFill>
                  <a:schemeClr val="accent1"/>
                </a:solidFill>
                <a:latin typeface="Montserrat Bold"/>
              </a:rPr>
              <a:t>a</a:t>
            </a:r>
            <a:endParaRPr lang="en-US" sz="6499" spc="-162" dirty="0">
              <a:solidFill>
                <a:schemeClr val="accent1"/>
              </a:solidFill>
              <a:latin typeface="Montserrat Bold"/>
            </a:endParaRPr>
          </a:p>
        </p:txBody>
      </p:sp>
      <p:pic>
        <p:nvPicPr>
          <p:cNvPr id="7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12039600" y="1922208"/>
            <a:ext cx="3500007" cy="4745292"/>
          </a:xfrm>
          <a:prstGeom prst="rect">
            <a:avLst/>
          </a:prstGeom>
        </p:spPr>
      </p:pic>
      <p:pic>
        <p:nvPicPr>
          <p:cNvPr id="8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>
          <a:xfrm>
            <a:off x="2402719" y="2552700"/>
            <a:ext cx="4107319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6629400" y="876300"/>
            <a:ext cx="5591556" cy="5948464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269581" y="7701063"/>
            <a:ext cx="13748837" cy="1137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 err="1">
                <a:latin typeface="Montserrat Bold"/>
              </a:rPr>
              <a:t>blanco</a:t>
            </a:r>
            <a:r>
              <a:rPr lang="en-US" sz="10399" spc="-259" dirty="0">
                <a:latin typeface="Montserrat Bold"/>
              </a:rPr>
              <a:t>/a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1630601" y="2133600"/>
            <a:ext cx="5882798" cy="4220907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0" y="7996311"/>
            <a:ext cx="9144000" cy="140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499" spc="-162" dirty="0">
                <a:solidFill>
                  <a:schemeClr val="accent1"/>
                </a:solidFill>
                <a:latin typeface="Montserrat Bold"/>
              </a:rPr>
              <a:t>El</a:t>
            </a:r>
            <a:r>
              <a:rPr lang="en-US" sz="6499" spc="-162" dirty="0"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ordenador</a:t>
            </a:r>
            <a:r>
              <a:rPr lang="en-US" sz="6499" spc="-162" dirty="0"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es</a:t>
            </a:r>
            <a:r>
              <a:rPr lang="en-US" sz="6499" spc="-162" dirty="0">
                <a:latin typeface="Montserrat Bold"/>
              </a:rPr>
              <a:t> </a:t>
            </a:r>
          </a:p>
          <a:p>
            <a:pPr algn="ctr">
              <a:lnSpc>
                <a:spcPts val="5264"/>
              </a:lnSpc>
            </a:pPr>
            <a:r>
              <a:rPr lang="en-US" sz="6499" spc="-162" dirty="0" err="1">
                <a:latin typeface="Montserrat Bold"/>
              </a:rPr>
              <a:t>blanc</a:t>
            </a:r>
            <a:r>
              <a:rPr lang="en-US" sz="6499" spc="-162" dirty="0" err="1">
                <a:solidFill>
                  <a:schemeClr val="accent1"/>
                </a:solidFill>
                <a:latin typeface="Montserrat Bold"/>
              </a:rPr>
              <a:t>o</a:t>
            </a:r>
            <a:endParaRPr lang="en-US" sz="6499" spc="-162" dirty="0">
              <a:solidFill>
                <a:schemeClr val="accent1"/>
              </a:solidFill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4000" y="7996311"/>
            <a:ext cx="9144000" cy="140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499" spc="-162" dirty="0">
                <a:solidFill>
                  <a:schemeClr val="accent1"/>
                </a:solidFill>
                <a:latin typeface="Montserrat Bold"/>
              </a:rPr>
              <a:t>La</a:t>
            </a:r>
            <a:r>
              <a:rPr lang="en-US" sz="6500" spc="-162" dirty="0">
                <a:latin typeface="Montserrat Bold"/>
              </a:rPr>
              <a:t> </a:t>
            </a:r>
            <a:r>
              <a:rPr lang="en-US" sz="6500" spc="-162" dirty="0" err="1">
                <a:latin typeface="Montserrat Bold"/>
              </a:rPr>
              <a:t>nieve</a:t>
            </a:r>
            <a:r>
              <a:rPr lang="en-US" sz="6500" spc="-162" dirty="0">
                <a:latin typeface="Montserrat Bold"/>
              </a:rPr>
              <a:t> </a:t>
            </a:r>
            <a:r>
              <a:rPr lang="en-US" sz="6500" spc="-162" dirty="0" err="1">
                <a:latin typeface="Montserrat Bold"/>
              </a:rPr>
              <a:t>es</a:t>
            </a:r>
            <a:r>
              <a:rPr lang="en-US" sz="6500" spc="-162" dirty="0">
                <a:latin typeface="Montserrat Bold"/>
              </a:rPr>
              <a:t> </a:t>
            </a:r>
          </a:p>
          <a:p>
            <a:pPr algn="ctr">
              <a:lnSpc>
                <a:spcPts val="5265"/>
              </a:lnSpc>
            </a:pPr>
            <a:r>
              <a:rPr lang="en-US" sz="6499" spc="-162" dirty="0" err="1">
                <a:latin typeface="Montserrat Bold"/>
              </a:rPr>
              <a:t>blanc</a:t>
            </a:r>
            <a:r>
              <a:rPr lang="en-US" sz="6499" spc="-162" dirty="0" err="1">
                <a:solidFill>
                  <a:schemeClr val="accent1"/>
                </a:solidFill>
                <a:latin typeface="Montserrat Bold"/>
              </a:rPr>
              <a:t>a</a:t>
            </a:r>
            <a:endParaRPr lang="en-US" sz="6499" spc="-162" dirty="0">
              <a:solidFill>
                <a:schemeClr val="accent1"/>
              </a:solidFill>
              <a:latin typeface="Montserrat Bold"/>
            </a:endParaRPr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551309" y="2133599"/>
            <a:ext cx="6329382" cy="42209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6934200" y="1257300"/>
            <a:ext cx="4800600" cy="510702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0" y="7621620"/>
            <a:ext cx="18287999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 smtClean="0">
                <a:latin typeface="Montserrat Bold"/>
              </a:rPr>
              <a:t>¿</a:t>
            </a:r>
            <a:r>
              <a:rPr lang="en-US" sz="10399" spc="-259" dirty="0" err="1" smtClean="0">
                <a:latin typeface="Montserrat Bold"/>
              </a:rPr>
              <a:t>Qué</a:t>
            </a:r>
            <a:r>
              <a:rPr lang="en-US" sz="10399" spc="-259" dirty="0" smtClean="0">
                <a:latin typeface="Montserrat Bold"/>
              </a:rPr>
              <a:t> </a:t>
            </a:r>
            <a:r>
              <a:rPr lang="en-US" sz="10399" spc="-259" dirty="0" err="1" smtClean="0">
                <a:latin typeface="Montserrat Bold"/>
              </a:rPr>
              <a:t>es</a:t>
            </a:r>
            <a:r>
              <a:rPr lang="en-US" sz="10399" spc="-259" dirty="0" smtClean="0">
                <a:latin typeface="Montserrat Bold"/>
              </a:rPr>
              <a:t> </a:t>
            </a:r>
            <a:r>
              <a:rPr lang="en-US" sz="10399" spc="-259" dirty="0" err="1" smtClean="0">
                <a:latin typeface="Montserrat Bold"/>
              </a:rPr>
              <a:t>verde</a:t>
            </a:r>
            <a:r>
              <a:rPr lang="en-US" sz="10399" spc="-259" dirty="0" smtClean="0">
                <a:latin typeface="Montserrat Bold"/>
              </a:rPr>
              <a:t>?</a:t>
            </a:r>
            <a:endParaRPr lang="en-US" sz="10399" spc="-259" dirty="0">
              <a:latin typeface="Montserrat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039600" y="2461793"/>
            <a:ext cx="3421708" cy="4097854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0" y="8043203"/>
            <a:ext cx="9144000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4"/>
              </a:lnSpc>
            </a:pPr>
            <a:r>
              <a:rPr lang="en-US" sz="6499" spc="-162" dirty="0">
                <a:solidFill>
                  <a:schemeClr val="accent1"/>
                </a:solidFill>
                <a:latin typeface="Montserrat Bold"/>
              </a:rPr>
              <a:t>El</a:t>
            </a:r>
            <a:r>
              <a:rPr lang="en-US" sz="6499" spc="-162" dirty="0"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lápiz</a:t>
            </a:r>
            <a:r>
              <a:rPr lang="en-US" sz="6499" spc="-162" dirty="0"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es</a:t>
            </a:r>
            <a:r>
              <a:rPr lang="en-US" sz="6499" spc="-162" dirty="0"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verde</a:t>
            </a:r>
            <a:endParaRPr lang="en-US" sz="6499" spc="-162" dirty="0">
              <a:latin typeface="Montserra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143999" y="8049944"/>
            <a:ext cx="9144001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499" spc="-162" dirty="0">
                <a:solidFill>
                  <a:schemeClr val="accent1"/>
                </a:solidFill>
                <a:latin typeface="Montserrat Bold"/>
              </a:rPr>
              <a:t>La</a:t>
            </a:r>
            <a:r>
              <a:rPr lang="en-US" sz="6500" spc="-162" dirty="0">
                <a:latin typeface="Montserrat Bold"/>
              </a:rPr>
              <a:t> planta </a:t>
            </a:r>
            <a:r>
              <a:rPr lang="en-US" sz="6500" spc="-162" dirty="0" err="1">
                <a:latin typeface="Montserrat Bold"/>
              </a:rPr>
              <a:t>es</a:t>
            </a:r>
            <a:r>
              <a:rPr lang="en-US" sz="6500" spc="-162" dirty="0">
                <a:latin typeface="Montserrat Bold"/>
              </a:rPr>
              <a:t> </a:t>
            </a:r>
            <a:r>
              <a:rPr lang="en-US" sz="6500" spc="-162" dirty="0" err="1">
                <a:latin typeface="Montserrat Bold"/>
              </a:rPr>
              <a:t>verde</a:t>
            </a:r>
            <a:endParaRPr lang="en-US" sz="6500" spc="-162" dirty="0">
              <a:latin typeface="Montserrat Bold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>
            <a:fillRect/>
          </a:stretch>
        </p:blipFill>
        <p:spPr>
          <a:xfrm>
            <a:off x="2490142" y="2461793"/>
            <a:ext cx="4084874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7010400" y="647700"/>
            <a:ext cx="5105400" cy="5431277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0" y="7585700"/>
            <a:ext cx="18287999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 smtClean="0">
                <a:latin typeface="Montserrat Bold"/>
              </a:rPr>
              <a:t>¿</a:t>
            </a:r>
            <a:r>
              <a:rPr lang="en-US" sz="10399" spc="-259" dirty="0" err="1" smtClean="0">
                <a:latin typeface="Montserrat Bold"/>
              </a:rPr>
              <a:t>Qué</a:t>
            </a:r>
            <a:r>
              <a:rPr lang="en-US" sz="10399" spc="-259" dirty="0" smtClean="0">
                <a:latin typeface="Montserrat Bold"/>
              </a:rPr>
              <a:t> </a:t>
            </a:r>
            <a:r>
              <a:rPr lang="en-US" sz="10399" spc="-259" dirty="0" err="1" smtClean="0">
                <a:latin typeface="Montserrat Bold"/>
              </a:rPr>
              <a:t>es</a:t>
            </a:r>
            <a:r>
              <a:rPr lang="en-US" sz="10399" spc="-259" dirty="0" smtClean="0">
                <a:latin typeface="Montserrat Bold"/>
              </a:rPr>
              <a:t> </a:t>
            </a:r>
            <a:r>
              <a:rPr lang="en-US" sz="10399" spc="-259" dirty="0" err="1" smtClean="0">
                <a:latin typeface="Montserrat Bold"/>
              </a:rPr>
              <a:t>rosa</a:t>
            </a:r>
            <a:r>
              <a:rPr lang="en-US" sz="10399" spc="-259" dirty="0" smtClean="0">
                <a:latin typeface="Montserrat Bold"/>
              </a:rPr>
              <a:t>?</a:t>
            </a:r>
            <a:endParaRPr lang="en-US" sz="10399" spc="-259" dirty="0">
              <a:latin typeface="Montserrat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1552489" y="2705100"/>
            <a:ext cx="6039021" cy="3832033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987763" y="1409700"/>
            <a:ext cx="7456473" cy="559235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0" y="7820531"/>
            <a:ext cx="9144000" cy="140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499" spc="-162" dirty="0">
                <a:solidFill>
                  <a:schemeClr val="accent1"/>
                </a:solidFill>
                <a:latin typeface="Montserrat Bold"/>
              </a:rPr>
              <a:t>El</a:t>
            </a:r>
            <a:r>
              <a:rPr lang="en-US" sz="6499" spc="-162" dirty="0"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caramelo</a:t>
            </a:r>
            <a:r>
              <a:rPr lang="en-US" sz="6499" spc="-162" dirty="0">
                <a:latin typeface="Montserrat Bold"/>
              </a:rPr>
              <a:t> </a:t>
            </a:r>
            <a:r>
              <a:rPr lang="en-US" sz="6499" spc="-162" dirty="0" err="1">
                <a:latin typeface="Montserrat Bold"/>
              </a:rPr>
              <a:t>es</a:t>
            </a:r>
            <a:r>
              <a:rPr lang="en-US" sz="6499" spc="-162" dirty="0">
                <a:latin typeface="Montserrat Bold"/>
              </a:rPr>
              <a:t> </a:t>
            </a:r>
          </a:p>
          <a:p>
            <a:pPr algn="ctr">
              <a:lnSpc>
                <a:spcPts val="5264"/>
              </a:lnSpc>
            </a:pPr>
            <a:r>
              <a:rPr lang="en-US" sz="6499" spc="-162" dirty="0" err="1">
                <a:solidFill>
                  <a:srgbClr val="000000"/>
                </a:solidFill>
                <a:latin typeface="Montserrat Bold"/>
              </a:rPr>
              <a:t>rosa</a:t>
            </a:r>
            <a:endParaRPr lang="en-US" sz="6499" spc="-162" dirty="0">
              <a:solidFill>
                <a:srgbClr val="000000"/>
              </a:solidFill>
              <a:latin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144000" y="7848600"/>
            <a:ext cx="9144000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6499" spc="-162" dirty="0">
                <a:solidFill>
                  <a:schemeClr val="accent1"/>
                </a:solidFill>
                <a:latin typeface="Montserrat Bold"/>
              </a:rPr>
              <a:t>La</a:t>
            </a:r>
            <a:r>
              <a:rPr lang="en-US" sz="6500" spc="-162" dirty="0">
                <a:latin typeface="Montserrat Bold"/>
              </a:rPr>
              <a:t> </a:t>
            </a:r>
            <a:r>
              <a:rPr lang="en-US" sz="6500" spc="-162" dirty="0" err="1">
                <a:latin typeface="Montserrat Bold"/>
              </a:rPr>
              <a:t>rosa</a:t>
            </a:r>
            <a:r>
              <a:rPr lang="en-US" sz="6500" spc="-162" dirty="0">
                <a:latin typeface="Montserrat Bold"/>
              </a:rPr>
              <a:t> </a:t>
            </a:r>
            <a:r>
              <a:rPr lang="en-US" sz="6500" spc="-162" dirty="0" err="1">
                <a:latin typeface="Montserrat Bold"/>
              </a:rPr>
              <a:t>es</a:t>
            </a:r>
            <a:r>
              <a:rPr lang="en-US" sz="6500" spc="-162" dirty="0">
                <a:latin typeface="Montserrat Bold"/>
              </a:rPr>
              <a:t> </a:t>
            </a:r>
          </a:p>
          <a:p>
            <a:pPr algn="ctr">
              <a:lnSpc>
                <a:spcPts val="5265"/>
              </a:lnSpc>
            </a:pPr>
            <a:r>
              <a:rPr lang="en-US" sz="6500" spc="-162" dirty="0" err="1">
                <a:solidFill>
                  <a:srgbClr val="000000"/>
                </a:solidFill>
                <a:latin typeface="Montserrat Bold"/>
              </a:rPr>
              <a:t>rosa</a:t>
            </a:r>
            <a:endParaRPr lang="en-US" sz="6500" spc="-162" dirty="0">
              <a:solidFill>
                <a:srgbClr val="000000"/>
              </a:solidFill>
              <a:latin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301412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0" y="625109"/>
            <a:ext cx="18288000" cy="812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65"/>
              </a:lnSpc>
            </a:pPr>
            <a:r>
              <a:rPr lang="en-US" sz="8800" spc="-162" dirty="0">
                <a:latin typeface="Arial Unicode MS" panose="020B0604020202020204" pitchFamily="34" charset="-128"/>
              </a:rPr>
              <a:t>¡</a:t>
            </a:r>
            <a:r>
              <a:rPr lang="en-US" sz="8800" spc="-162" dirty="0" err="1">
                <a:latin typeface="Montserrat" panose="020B0604020202020204" charset="0"/>
              </a:rPr>
              <a:t>Fíjate</a:t>
            </a:r>
            <a:r>
              <a:rPr lang="en-US" sz="8800" spc="-162" dirty="0">
                <a:latin typeface="Arial Unicode MS" panose="020B0604020202020204" pitchFamily="34" charset="-128"/>
              </a:rPr>
              <a:t>!</a:t>
            </a:r>
          </a:p>
        </p:txBody>
      </p:sp>
      <p:graphicFrame>
        <p:nvGraphicFramePr>
          <p:cNvPr id="17" name="Tab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157006"/>
              </p:ext>
            </p:extLst>
          </p:nvPr>
        </p:nvGraphicFramePr>
        <p:xfrm>
          <a:off x="3648585" y="5978051"/>
          <a:ext cx="11049000" cy="3522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4500"/>
                <a:gridCol w="5524500"/>
              </a:tblGrid>
              <a:tr h="8805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2800" b="1" kern="1200" dirty="0" smtClean="0">
                          <a:ln>
                            <a:noFill/>
                          </a:ln>
                          <a:solidFill>
                            <a:srgbClr val="AD2174"/>
                          </a:solidFill>
                          <a:latin typeface="Montserrat" panose="020B0604020202020204" charset="0"/>
                          <a:ea typeface="+mn-ea"/>
                          <a:cs typeface="+mn-cs"/>
                        </a:rPr>
                        <a:t>marrón</a:t>
                      </a:r>
                      <a:endParaRPr lang="es-ES" sz="2800" b="1" kern="1200" dirty="0">
                        <a:ln>
                          <a:noFill/>
                        </a:ln>
                        <a:solidFill>
                          <a:srgbClr val="AD2174"/>
                        </a:solidFill>
                        <a:latin typeface="Montserrat" panose="020B060402020202020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2800" b="1" kern="1200" dirty="0" smtClean="0">
                          <a:ln>
                            <a:noFill/>
                          </a:ln>
                          <a:solidFill>
                            <a:srgbClr val="AD2174"/>
                          </a:solidFill>
                          <a:latin typeface="Montserrat" panose="020B0604020202020204" charset="0"/>
                          <a:ea typeface="+mn-ea"/>
                          <a:cs typeface="+mn-cs"/>
                        </a:rPr>
                        <a:t>marrón</a:t>
                      </a:r>
                      <a:endParaRPr lang="es-ES" sz="2800" b="1" kern="1200" dirty="0">
                        <a:ln>
                          <a:noFill/>
                        </a:ln>
                        <a:solidFill>
                          <a:srgbClr val="AD2174"/>
                        </a:solidFill>
                        <a:latin typeface="Montserrat" panose="020B0604020202020204" charset="0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</a:tr>
              <a:tr h="880533"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 smtClean="0">
                          <a:ln>
                            <a:noFill/>
                          </a:ln>
                          <a:solidFill>
                            <a:srgbClr val="AD2174"/>
                          </a:solidFill>
                          <a:latin typeface="Montserrat" panose="020B0604020202020204" charset="0"/>
                        </a:rPr>
                        <a:t>verde</a:t>
                      </a:r>
                      <a:endParaRPr lang="es-ES" sz="2800" b="1" dirty="0">
                        <a:ln>
                          <a:noFill/>
                        </a:ln>
                        <a:solidFill>
                          <a:srgbClr val="AD2174"/>
                        </a:solidFill>
                        <a:latin typeface="Montserrat" panose="020B0604020202020204" charset="0"/>
                      </a:endParaRP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 smtClean="0">
                          <a:ln>
                            <a:noFill/>
                          </a:ln>
                          <a:solidFill>
                            <a:srgbClr val="AD2174"/>
                          </a:solidFill>
                          <a:latin typeface="Montserrat" panose="020B0604020202020204" charset="0"/>
                        </a:rPr>
                        <a:t>verde</a:t>
                      </a:r>
                      <a:endParaRPr lang="es-ES" sz="2800" b="1" dirty="0">
                        <a:ln>
                          <a:noFill/>
                        </a:ln>
                        <a:solidFill>
                          <a:srgbClr val="AD2174"/>
                        </a:solidFill>
                        <a:latin typeface="Montserrat" panose="020B0604020202020204" charset="0"/>
                      </a:endParaRP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</a:tr>
              <a:tr h="880533"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 smtClean="0">
                          <a:ln>
                            <a:noFill/>
                          </a:ln>
                          <a:solidFill>
                            <a:srgbClr val="AD2174"/>
                          </a:solidFill>
                          <a:latin typeface="Montserrat" panose="020B0604020202020204" charset="0"/>
                        </a:rPr>
                        <a:t>rosa</a:t>
                      </a:r>
                      <a:endParaRPr lang="es-ES" sz="2800" b="1" dirty="0">
                        <a:ln>
                          <a:noFill/>
                        </a:ln>
                        <a:solidFill>
                          <a:srgbClr val="AD2174"/>
                        </a:solidFill>
                        <a:latin typeface="Montserrat" panose="020B0604020202020204" charset="0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 smtClean="0">
                          <a:ln>
                            <a:noFill/>
                          </a:ln>
                          <a:solidFill>
                            <a:srgbClr val="AD2174"/>
                          </a:solidFill>
                          <a:latin typeface="Montserrat" panose="020B0604020202020204" charset="0"/>
                        </a:rPr>
                        <a:t>rosa</a:t>
                      </a:r>
                      <a:endParaRPr lang="es-ES" sz="2800" b="1" dirty="0">
                        <a:ln>
                          <a:noFill/>
                        </a:ln>
                        <a:solidFill>
                          <a:srgbClr val="AD2174"/>
                        </a:solidFill>
                        <a:latin typeface="Montserrat" panose="020B0604020202020204" charset="0"/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</a:tr>
              <a:tr h="880533"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 smtClean="0">
                          <a:ln>
                            <a:noFill/>
                          </a:ln>
                          <a:solidFill>
                            <a:srgbClr val="AD2174"/>
                          </a:solidFill>
                          <a:latin typeface="Montserrat" panose="020B0604020202020204" charset="0"/>
                        </a:rPr>
                        <a:t>azul</a:t>
                      </a:r>
                      <a:endParaRPr lang="es-ES" sz="2800" b="1" dirty="0">
                        <a:ln>
                          <a:noFill/>
                        </a:ln>
                        <a:solidFill>
                          <a:srgbClr val="AD2174"/>
                        </a:solidFill>
                        <a:latin typeface="Montserrat" panose="020B0604020202020204" charset="0"/>
                      </a:endParaRP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 smtClean="0">
                          <a:ln>
                            <a:noFill/>
                          </a:ln>
                          <a:solidFill>
                            <a:srgbClr val="AD2174"/>
                          </a:solidFill>
                          <a:latin typeface="Montserrat" panose="020B0604020202020204" charset="0"/>
                        </a:rPr>
                        <a:t>azul</a:t>
                      </a:r>
                      <a:endParaRPr lang="es-ES" sz="2800" b="1" dirty="0">
                        <a:ln>
                          <a:noFill/>
                        </a:ln>
                        <a:solidFill>
                          <a:srgbClr val="AD2174"/>
                        </a:solidFill>
                        <a:latin typeface="Montserrat" panose="020B0604020202020204" charset="0"/>
                      </a:endParaRP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903765"/>
              </p:ext>
            </p:extLst>
          </p:nvPr>
        </p:nvGraphicFramePr>
        <p:xfrm>
          <a:off x="9158287" y="1575386"/>
          <a:ext cx="5548312" cy="4402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8312"/>
              </a:tblGrid>
              <a:tr h="880533">
                <a:tc>
                  <a:txBody>
                    <a:bodyPr/>
                    <a:lstStyle/>
                    <a:p>
                      <a:pPr algn="ctr"/>
                      <a:r>
                        <a:rPr lang="es-ES" sz="3600" dirty="0" smtClean="0"/>
                        <a:t>FEMENINO</a:t>
                      </a:r>
                      <a:endParaRPr lang="es-ES" sz="3600" dirty="0"/>
                    </a:p>
                  </a:txBody>
                  <a:tcPr anchor="ctr"/>
                </a:tc>
              </a:tr>
              <a:tr h="880533"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 smtClean="0">
                          <a:latin typeface="Montserrat" panose="020B0604020202020204" charset="0"/>
                        </a:rPr>
                        <a:t>amarill</a:t>
                      </a:r>
                      <a:r>
                        <a:rPr lang="es-ES" sz="2800" b="1" dirty="0" smtClean="0">
                          <a:solidFill>
                            <a:srgbClr val="AD2174"/>
                          </a:solidFill>
                          <a:latin typeface="Montserrat" panose="020B0604020202020204" charset="0"/>
                        </a:rPr>
                        <a:t>a</a:t>
                      </a:r>
                      <a:endParaRPr lang="es-ES" sz="2800" b="1" dirty="0">
                        <a:solidFill>
                          <a:srgbClr val="AD2174"/>
                        </a:solidFill>
                        <a:latin typeface="Montserrat" panose="020B0604020202020204" charset="0"/>
                      </a:endParaRPr>
                    </a:p>
                  </a:txBody>
                  <a:tcPr anchor="ctr"/>
                </a:tc>
              </a:tr>
              <a:tr h="880533"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 smtClean="0">
                          <a:latin typeface="Montserrat" panose="020B0604020202020204" charset="0"/>
                        </a:rPr>
                        <a:t>negr</a:t>
                      </a:r>
                      <a:r>
                        <a:rPr lang="es-ES" sz="2800" b="1" dirty="0" smtClean="0">
                          <a:solidFill>
                            <a:srgbClr val="AD2174"/>
                          </a:solidFill>
                          <a:latin typeface="Montserrat" panose="020B0604020202020204" charset="0"/>
                        </a:rPr>
                        <a:t>a</a:t>
                      </a:r>
                      <a:endParaRPr lang="es-ES" sz="2800" b="1" dirty="0">
                        <a:solidFill>
                          <a:srgbClr val="AD2174"/>
                        </a:solidFill>
                        <a:latin typeface="Montserrat" panose="020B0604020202020204" charset="0"/>
                      </a:endParaRPr>
                    </a:p>
                  </a:txBody>
                  <a:tcPr anchor="ctr"/>
                </a:tc>
              </a:tr>
              <a:tr h="8805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b="1" dirty="0" smtClean="0">
                          <a:latin typeface="Montserrat" panose="020B0604020202020204" charset="0"/>
                        </a:rPr>
                        <a:t>roj</a:t>
                      </a:r>
                      <a:r>
                        <a:rPr lang="es-ES" sz="2800" b="1" dirty="0" smtClean="0">
                          <a:solidFill>
                            <a:srgbClr val="AD2174"/>
                          </a:solidFill>
                          <a:latin typeface="Montserrat" panose="020B0604020202020204" charset="0"/>
                        </a:rPr>
                        <a:t>a</a:t>
                      </a:r>
                    </a:p>
                  </a:txBody>
                  <a:tcPr anchor="ctr"/>
                </a:tc>
              </a:tr>
              <a:tr h="8805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b="1" dirty="0" smtClean="0">
                          <a:latin typeface="Montserrat" panose="020B0604020202020204" charset="0"/>
                        </a:rPr>
                        <a:t>blanc</a:t>
                      </a:r>
                      <a:r>
                        <a:rPr lang="es-ES" sz="2800" b="1" dirty="0" smtClean="0">
                          <a:solidFill>
                            <a:srgbClr val="AD2174"/>
                          </a:solidFill>
                          <a:latin typeface="Montserrat" panose="020B0604020202020204" charset="0"/>
                        </a:rPr>
                        <a:t>a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12" name="Conector recto de flecha 11"/>
          <p:cNvCxnSpPr/>
          <p:nvPr/>
        </p:nvCxnSpPr>
        <p:spPr>
          <a:xfrm>
            <a:off x="8004412" y="7581900"/>
            <a:ext cx="228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/>
          <p:cNvCxnSpPr/>
          <p:nvPr/>
        </p:nvCxnSpPr>
        <p:spPr>
          <a:xfrm>
            <a:off x="8012690" y="8496300"/>
            <a:ext cx="228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/>
          <p:cNvCxnSpPr/>
          <p:nvPr/>
        </p:nvCxnSpPr>
        <p:spPr>
          <a:xfrm>
            <a:off x="8001000" y="9334500"/>
            <a:ext cx="228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>
            <a:off x="7966312" y="6591300"/>
            <a:ext cx="228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lc="http://schemas.openxmlformats.org/drawingml/2006/lockedCanvas"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 rot="4829157">
            <a:off x="503759" y="4766471"/>
            <a:ext cx="1703555" cy="2209800"/>
          </a:xfrm>
          <a:prstGeom prst="rect">
            <a:avLst/>
          </a:prstGeom>
        </p:spPr>
      </p:pic>
      <p:pic>
        <p:nvPicPr>
          <p:cNvPr id="16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lc="http://schemas.openxmlformats.org/drawingml/2006/lockedCanvas" xmlns:asvg="http://schemas.microsoft.com/office/drawing/2016/SVG/main" xmlns="" r:embed="rId11"/>
              </a:ext>
            </a:extLst>
          </a:blip>
          <a:srcRect/>
          <a:stretch>
            <a:fillRect/>
          </a:stretch>
        </p:blipFill>
        <p:spPr>
          <a:xfrm>
            <a:off x="15309531" y="935774"/>
            <a:ext cx="2301562" cy="1749187"/>
          </a:xfrm>
          <a:prstGeom prst="rect">
            <a:avLst/>
          </a:prstGeom>
        </p:spPr>
      </p:pic>
      <p:pic>
        <p:nvPicPr>
          <p:cNvPr id="19" name="Picture 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lc="http://schemas.openxmlformats.org/drawingml/2006/lockedCanvas" xmlns:asvg="http://schemas.microsoft.com/office/drawing/2016/SVG/main" xmlns="" r:embed="rId5"/>
              </a:ext>
            </a:extLst>
          </a:blip>
          <a:srcRect/>
          <a:stretch>
            <a:fillRect/>
          </a:stretch>
        </p:blipFill>
        <p:spPr>
          <a:xfrm>
            <a:off x="15711329" y="3862387"/>
            <a:ext cx="1740685" cy="2743200"/>
          </a:xfrm>
          <a:prstGeom prst="rect">
            <a:avLst/>
          </a:prstGeom>
        </p:spPr>
      </p:pic>
      <p:pic>
        <p:nvPicPr>
          <p:cNvPr id="20" name="Picture 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lc="http://schemas.openxmlformats.org/drawingml/2006/lockedCanvas" xmlns:asvg="http://schemas.microsoft.com/office/drawing/2016/SVG/main" xmlns="" r:embed="rId7"/>
              </a:ext>
            </a:extLst>
          </a:blip>
          <a:srcRect/>
          <a:stretch>
            <a:fillRect/>
          </a:stretch>
        </p:blipFill>
        <p:spPr>
          <a:xfrm rot="1744695">
            <a:off x="16176106" y="7474622"/>
            <a:ext cx="411748" cy="2019436"/>
          </a:xfrm>
          <a:prstGeom prst="rect">
            <a:avLst/>
          </a:prstGeom>
        </p:spPr>
      </p:pic>
      <p:pic>
        <p:nvPicPr>
          <p:cNvPr id="21" name="Picture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lc="http://schemas.openxmlformats.org/drawingml/2006/lockedCanvas" xmlns:asvg="http://schemas.microsoft.com/office/drawing/2016/SVG/main" xmlns="" r:embed="rId15"/>
              </a:ext>
            </a:extLst>
          </a:blip>
          <a:srcRect/>
          <a:stretch>
            <a:fillRect/>
          </a:stretch>
        </p:blipFill>
        <p:spPr>
          <a:xfrm>
            <a:off x="898830" y="2504565"/>
            <a:ext cx="1213658" cy="2286000"/>
          </a:xfrm>
          <a:prstGeom prst="rect">
            <a:avLst/>
          </a:prstGeom>
        </p:spPr>
      </p:pic>
      <p:pic>
        <p:nvPicPr>
          <p:cNvPr id="22" name="Picture 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lc="http://schemas.openxmlformats.org/drawingml/2006/lockedCanvas" xmlns:asvg="http://schemas.microsoft.com/office/drawing/2016/SVG/main" xmlns="" r:embed="rId9"/>
              </a:ext>
            </a:extLst>
          </a:blip>
          <a:srcRect/>
          <a:stretch>
            <a:fillRect/>
          </a:stretch>
        </p:blipFill>
        <p:spPr>
          <a:xfrm>
            <a:off x="377679" y="7537816"/>
            <a:ext cx="1880742" cy="2060574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066732"/>
              </p:ext>
            </p:extLst>
          </p:nvPr>
        </p:nvGraphicFramePr>
        <p:xfrm>
          <a:off x="3648585" y="1575386"/>
          <a:ext cx="5524500" cy="4402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4500"/>
              </a:tblGrid>
              <a:tr h="880533">
                <a:tc>
                  <a:txBody>
                    <a:bodyPr/>
                    <a:lstStyle/>
                    <a:p>
                      <a:pPr algn="ctr"/>
                      <a:r>
                        <a:rPr lang="es-ES" sz="3600" dirty="0" smtClean="0"/>
                        <a:t>MASCULINO</a:t>
                      </a:r>
                      <a:endParaRPr lang="es-ES" sz="3600" dirty="0"/>
                    </a:p>
                  </a:txBody>
                  <a:tcPr anchor="ctr"/>
                </a:tc>
              </a:tr>
              <a:tr h="880533"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 smtClean="0">
                          <a:latin typeface="Montserrat" panose="020B0604020202020204" charset="0"/>
                        </a:rPr>
                        <a:t>amarill</a:t>
                      </a:r>
                      <a:r>
                        <a:rPr lang="es-ES" sz="2800" b="1" dirty="0" smtClean="0">
                          <a:solidFill>
                            <a:srgbClr val="AD2174"/>
                          </a:solidFill>
                          <a:latin typeface="Montserrat" panose="020B0604020202020204" charset="0"/>
                        </a:rPr>
                        <a:t>o</a:t>
                      </a:r>
                      <a:endParaRPr lang="es-ES" sz="2800" b="1" dirty="0">
                        <a:solidFill>
                          <a:srgbClr val="AD2174"/>
                        </a:solidFill>
                        <a:latin typeface="Montserrat" panose="020B0604020202020204" charset="0"/>
                      </a:endParaRPr>
                    </a:p>
                  </a:txBody>
                  <a:tcPr anchor="ctr"/>
                </a:tc>
              </a:tr>
              <a:tr h="880533">
                <a:tc>
                  <a:txBody>
                    <a:bodyPr/>
                    <a:lstStyle/>
                    <a:p>
                      <a:pPr algn="ctr"/>
                      <a:r>
                        <a:rPr lang="es-ES" sz="2800" b="1" dirty="0" smtClean="0">
                          <a:latin typeface="Montserrat" panose="020B0604020202020204" charset="0"/>
                        </a:rPr>
                        <a:t>negr</a:t>
                      </a:r>
                      <a:r>
                        <a:rPr lang="es-ES" sz="2800" b="1" dirty="0" smtClean="0">
                          <a:solidFill>
                            <a:srgbClr val="AD2174"/>
                          </a:solidFill>
                          <a:latin typeface="Montserrat" panose="020B0604020202020204" charset="0"/>
                        </a:rPr>
                        <a:t>o</a:t>
                      </a:r>
                      <a:endParaRPr lang="es-ES" sz="2800" b="1" dirty="0">
                        <a:solidFill>
                          <a:srgbClr val="AD2174"/>
                        </a:solidFill>
                        <a:latin typeface="Montserrat" panose="020B0604020202020204" charset="0"/>
                      </a:endParaRPr>
                    </a:p>
                  </a:txBody>
                  <a:tcPr anchor="ctr"/>
                </a:tc>
              </a:tr>
              <a:tr h="8805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b="1" dirty="0" smtClean="0">
                          <a:latin typeface="Montserrat" panose="020B0604020202020204" charset="0"/>
                        </a:rPr>
                        <a:t>roj</a:t>
                      </a:r>
                      <a:r>
                        <a:rPr lang="es-ES" sz="2800" b="1" dirty="0" smtClean="0">
                          <a:solidFill>
                            <a:srgbClr val="AD2174"/>
                          </a:solidFill>
                          <a:latin typeface="Montserrat" panose="020B0604020202020204" charset="0"/>
                        </a:rPr>
                        <a:t>o</a:t>
                      </a:r>
                    </a:p>
                  </a:txBody>
                  <a:tcPr anchor="ctr"/>
                </a:tc>
              </a:tr>
              <a:tr h="8805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800" b="1" dirty="0" smtClean="0">
                          <a:latin typeface="Montserrat" panose="020B0604020202020204" charset="0"/>
                        </a:rPr>
                        <a:t>blanc</a:t>
                      </a:r>
                      <a:r>
                        <a:rPr lang="es-ES" sz="2800" b="1" dirty="0" smtClean="0">
                          <a:solidFill>
                            <a:srgbClr val="AD2174"/>
                          </a:solidFill>
                          <a:latin typeface="Montserrat" panose="020B0604020202020204" charset="0"/>
                        </a:rPr>
                        <a:t>o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3" name="Picture 2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lc="http://schemas.openxmlformats.org/drawingml/2006/lockedCanvas"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>
            <a:off x="653881" y="214939"/>
            <a:ext cx="1703555" cy="2209800"/>
          </a:xfrm>
          <a:prstGeom prst="rect">
            <a:avLst/>
          </a:prstGeom>
        </p:spPr>
      </p:pic>
      <p:cxnSp>
        <p:nvCxnSpPr>
          <p:cNvPr id="6" name="Conector recto de flecha 5"/>
          <p:cNvCxnSpPr/>
          <p:nvPr/>
        </p:nvCxnSpPr>
        <p:spPr>
          <a:xfrm>
            <a:off x="8004412" y="3162300"/>
            <a:ext cx="228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/>
          <p:cNvCxnSpPr/>
          <p:nvPr/>
        </p:nvCxnSpPr>
        <p:spPr>
          <a:xfrm>
            <a:off x="8001000" y="4076700"/>
            <a:ext cx="228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/>
          <p:cNvCxnSpPr/>
          <p:nvPr/>
        </p:nvCxnSpPr>
        <p:spPr>
          <a:xfrm>
            <a:off x="8004412" y="4914900"/>
            <a:ext cx="228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/>
          <p:nvPr/>
        </p:nvCxnSpPr>
        <p:spPr>
          <a:xfrm>
            <a:off x="8012690" y="5829300"/>
            <a:ext cx="228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295400" y="-44382"/>
            <a:ext cx="19875652" cy="10375764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371600" y="1333500"/>
            <a:ext cx="13748837" cy="1137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23"/>
              </a:lnSpc>
            </a:pPr>
            <a:r>
              <a:rPr lang="en-US" sz="10399" spc="-259" dirty="0">
                <a:latin typeface="Montserrat Bold"/>
              </a:rPr>
              <a:t>¿De </a:t>
            </a:r>
            <a:r>
              <a:rPr lang="en-US" sz="10399" spc="-259" dirty="0" err="1">
                <a:latin typeface="Montserrat Bold"/>
              </a:rPr>
              <a:t>qué</a:t>
            </a:r>
            <a:r>
              <a:rPr lang="en-US" sz="10399" spc="-259" dirty="0">
                <a:latin typeface="Montserrat Bold"/>
              </a:rPr>
              <a:t> color </a:t>
            </a:r>
            <a:r>
              <a:rPr lang="en-US" sz="10399" spc="-259" dirty="0" err="1">
                <a:latin typeface="Montserrat Bold"/>
              </a:rPr>
              <a:t>es</a:t>
            </a:r>
            <a:r>
              <a:rPr lang="en-US" sz="10399" spc="-259" dirty="0">
                <a:latin typeface="Montserrat Bold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58000" y="2095500"/>
            <a:ext cx="5017726" cy="5424569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649140" y="8343900"/>
            <a:ext cx="14989719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>
                <a:solidFill>
                  <a:srgbClr val="BF977B"/>
                </a:solidFill>
                <a:latin typeface="Montserrat Bold"/>
              </a:rPr>
              <a:t>La </a:t>
            </a:r>
            <a:r>
              <a:rPr lang="en-US" sz="10399" spc="-259" dirty="0" err="1">
                <a:solidFill>
                  <a:srgbClr val="BF977B"/>
                </a:solidFill>
                <a:latin typeface="Montserrat Bold"/>
              </a:rPr>
              <a:t>manzana</a:t>
            </a:r>
            <a:r>
              <a:rPr lang="en-US" sz="10399" spc="-259" dirty="0">
                <a:solidFill>
                  <a:srgbClr val="BF977B"/>
                </a:solidFill>
                <a:latin typeface="Montserrat Bold"/>
              </a:rPr>
              <a:t> </a:t>
            </a:r>
            <a:r>
              <a:rPr lang="en-US" sz="10399" spc="-259" dirty="0" err="1">
                <a:solidFill>
                  <a:srgbClr val="BF977B"/>
                </a:solidFill>
                <a:latin typeface="Montserrat Bold"/>
              </a:rPr>
              <a:t>es</a:t>
            </a:r>
            <a:r>
              <a:rPr lang="en-US" sz="10399" spc="-259" dirty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10399" spc="-259" dirty="0" smtClean="0">
                <a:latin typeface="Montserrat Bold"/>
              </a:rPr>
              <a:t>_____</a:t>
            </a:r>
            <a:endParaRPr lang="en-US" sz="10399" spc="-259" dirty="0">
              <a:latin typeface="Montserrat Bold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1295400" y="8283691"/>
            <a:ext cx="14989719" cy="1137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>
                <a:solidFill>
                  <a:srgbClr val="BF977B"/>
                </a:solidFill>
                <a:latin typeface="Montserrat Bold"/>
              </a:rPr>
              <a:t> </a:t>
            </a:r>
            <a:r>
              <a:rPr lang="en-US" sz="10399" spc="-259" dirty="0" smtClean="0">
                <a:solidFill>
                  <a:srgbClr val="BF977B"/>
                </a:solidFill>
                <a:latin typeface="Montserrat Bold"/>
              </a:rPr>
              <a:t>                               </a:t>
            </a:r>
            <a:r>
              <a:rPr lang="en-US" sz="10399" spc="-259" dirty="0" err="1" smtClean="0">
                <a:solidFill>
                  <a:srgbClr val="C3113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/>
              </a:rPr>
              <a:t>roja</a:t>
            </a:r>
            <a:endParaRPr lang="en-US" sz="10399" spc="-259" dirty="0">
              <a:solidFill>
                <a:srgbClr val="C3113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752600" y="8420100"/>
            <a:ext cx="14989719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>
                <a:solidFill>
                  <a:srgbClr val="BF977B"/>
                </a:solidFill>
                <a:latin typeface="Montserrat Bold"/>
              </a:rPr>
              <a:t>La mochila es</a:t>
            </a:r>
            <a:r>
              <a:rPr lang="en-US" sz="10399" spc="-259" dirty="0">
                <a:solidFill>
                  <a:srgbClr val="FFFFFF"/>
                </a:solidFill>
                <a:latin typeface="Montserrat Bold"/>
              </a:rPr>
              <a:t> </a:t>
            </a:r>
            <a:r>
              <a:rPr lang="en-US" sz="10399" spc="-259" dirty="0" smtClean="0">
                <a:latin typeface="Montserrat Bold"/>
              </a:rPr>
              <a:t>_______ </a:t>
            </a:r>
            <a:endParaRPr lang="en-US" sz="10399" spc="-259" dirty="0">
              <a:latin typeface="Montserrat Bold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04673" y="1181100"/>
            <a:ext cx="9278654" cy="6181903"/>
          </a:xfrm>
          <a:prstGeom prst="rect">
            <a:avLst/>
          </a:prstGeom>
        </p:spPr>
      </p:pic>
      <p:sp>
        <p:nvSpPr>
          <p:cNvPr id="6" name="TextBox 4"/>
          <p:cNvSpPr txBox="1"/>
          <p:nvPr/>
        </p:nvSpPr>
        <p:spPr>
          <a:xfrm>
            <a:off x="1447800" y="8359891"/>
            <a:ext cx="14989719" cy="1137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 smtClean="0">
                <a:solidFill>
                  <a:srgbClr val="BF977B"/>
                </a:solidFill>
                <a:latin typeface="Montserrat Bold"/>
              </a:rPr>
              <a:t>                             </a:t>
            </a:r>
            <a:r>
              <a:rPr lang="en-US" sz="10399" spc="-259" dirty="0" err="1" smtClean="0">
                <a:solidFill>
                  <a:srgbClr val="0660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/>
              </a:rPr>
              <a:t>verde</a:t>
            </a:r>
            <a:endParaRPr lang="en-US" sz="10399" spc="-259" dirty="0">
              <a:solidFill>
                <a:srgbClr val="06605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Bold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76075" y="959238"/>
            <a:ext cx="7335849" cy="5349056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42916" y="6438900"/>
            <a:ext cx="17402165" cy="32006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399" spc="-259" dirty="0">
                <a:solidFill>
                  <a:srgbClr val="BF977B"/>
                </a:solidFill>
                <a:latin typeface="Montserrat Bold"/>
              </a:rPr>
              <a:t>El </a:t>
            </a:r>
            <a:r>
              <a:rPr lang="en-US" sz="10399" spc="-259" dirty="0" err="1">
                <a:solidFill>
                  <a:srgbClr val="BF977B"/>
                </a:solidFill>
                <a:latin typeface="Montserrat Bold"/>
              </a:rPr>
              <a:t>perro</a:t>
            </a:r>
            <a:r>
              <a:rPr lang="en-US" sz="10399" spc="-259" dirty="0">
                <a:solidFill>
                  <a:srgbClr val="BF977B"/>
                </a:solidFill>
                <a:latin typeface="Montserrat Bold"/>
              </a:rPr>
              <a:t> es</a:t>
            </a:r>
            <a:r>
              <a:rPr lang="en-US" sz="10399" spc="-259" dirty="0">
                <a:solidFill>
                  <a:srgbClr val="FFFFFF"/>
                </a:solidFill>
                <a:latin typeface="Montserrat Bold"/>
              </a:rPr>
              <a:t> </a:t>
            </a:r>
            <a:endParaRPr lang="en-US" sz="10399" spc="-259" dirty="0" smtClean="0">
              <a:solidFill>
                <a:srgbClr val="FFFFFF"/>
              </a:solidFill>
              <a:latin typeface="Montserrat Bold"/>
            </a:endParaRPr>
          </a:p>
          <a:p>
            <a:pPr algn="ctr"/>
            <a:r>
              <a:rPr lang="en-US" sz="10399" spc="-259" dirty="0" smtClean="0">
                <a:latin typeface="Montserrat Bold"/>
              </a:rPr>
              <a:t>________ </a:t>
            </a:r>
            <a:r>
              <a:rPr lang="en-US" sz="10399" spc="-259" dirty="0">
                <a:solidFill>
                  <a:srgbClr val="BF977B"/>
                </a:solidFill>
                <a:latin typeface="Montserrat Bold"/>
              </a:rPr>
              <a:t>y</a:t>
            </a:r>
            <a:r>
              <a:rPr lang="en-US" sz="10399" spc="-259" dirty="0">
                <a:latin typeface="Montserrat Bold"/>
              </a:rPr>
              <a:t> </a:t>
            </a:r>
            <a:r>
              <a:rPr lang="en-US" sz="10399" spc="-259" dirty="0" smtClean="0">
                <a:latin typeface="Montserrat Bold"/>
              </a:rPr>
              <a:t>________</a:t>
            </a:r>
            <a:endParaRPr lang="en-US" sz="10399" spc="-259" dirty="0">
              <a:latin typeface="Montserrat Bold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3505200" y="7810500"/>
            <a:ext cx="4911922" cy="169277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0400" b="1" dirty="0" smtClean="0">
                <a:ln w="10160">
                  <a:solidFill>
                    <a:schemeClr val="tx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Montserrat" panose="00000500000000000000" pitchFamily="2" charset="0"/>
              </a:rPr>
              <a:t>blanco</a:t>
            </a:r>
            <a:endParaRPr lang="es-ES" sz="10400" b="1" cap="none" spc="50" dirty="0">
              <a:ln w="10160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Montserrat" panose="00000500000000000000" pitchFamily="2" charset="0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10058400" y="8343900"/>
            <a:ext cx="4283619" cy="1137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23"/>
              </a:lnSpc>
            </a:pPr>
            <a:r>
              <a:rPr lang="en-US" sz="10399" spc="-259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/>
              </a:rPr>
              <a:t>negro</a:t>
            </a:r>
            <a:endParaRPr lang="en-US" sz="10399" spc="-259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</TotalTime>
  <Words>131</Words>
  <Application>Microsoft Office PowerPoint</Application>
  <PresentationFormat>Personalizado</PresentationFormat>
  <Paragraphs>59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Montserrat Bold</vt:lpstr>
      <vt:lpstr>Montserrat</vt:lpstr>
      <vt:lpstr>Calibri</vt:lpstr>
      <vt:lpstr>Arial Unicode MS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1 DEF NUEVO COMPAÑEROS</dc:title>
  <cp:lastModifiedBy>Estefanía Velasco</cp:lastModifiedBy>
  <cp:revision>27</cp:revision>
  <dcterms:created xsi:type="dcterms:W3CDTF">2006-08-16T00:00:00Z</dcterms:created>
  <dcterms:modified xsi:type="dcterms:W3CDTF">2022-05-18T19:04:00Z</dcterms:modified>
  <dc:identifier>DAElTHaHhro</dc:identifier>
</cp:coreProperties>
</file>